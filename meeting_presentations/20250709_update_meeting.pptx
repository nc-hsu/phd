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31" r:id="rId2"/>
  </p:sldMasterIdLst>
  <p:notesMasterIdLst>
    <p:notesMasterId r:id="rId19"/>
  </p:notesMasterIdLst>
  <p:handoutMasterIdLst>
    <p:handoutMasterId r:id="rId20"/>
  </p:handoutMasterIdLst>
  <p:sldIdLst>
    <p:sldId id="333" r:id="rId3"/>
    <p:sldId id="340" r:id="rId4"/>
    <p:sldId id="332" r:id="rId5"/>
    <p:sldId id="342" r:id="rId6"/>
    <p:sldId id="334" r:id="rId7"/>
    <p:sldId id="335" r:id="rId8"/>
    <p:sldId id="336" r:id="rId9"/>
    <p:sldId id="338" r:id="rId10"/>
    <p:sldId id="341" r:id="rId11"/>
    <p:sldId id="337" r:id="rId12"/>
    <p:sldId id="343" r:id="rId13"/>
    <p:sldId id="346" r:id="rId14"/>
    <p:sldId id="344" r:id="rId15"/>
    <p:sldId id="347" r:id="rId16"/>
    <p:sldId id="348" r:id="rId17"/>
    <p:sldId id="345" r:id="rId18"/>
  </p:sldIdLst>
  <p:sldSz cx="12169775" cy="6840538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34"/>
    <a:srgbClr val="969696"/>
    <a:srgbClr val="92D050"/>
    <a:srgbClr val="00B0F0"/>
    <a:srgbClr val="FFC000"/>
    <a:srgbClr val="7030A0"/>
    <a:srgbClr val="000000"/>
    <a:srgbClr val="CC0000"/>
    <a:srgbClr val="E4E4E4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A3AB3-FD4B-43CA-917D-B96EB582D443}" v="233" dt="2025-07-10T05:02:06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6247" autoAdjust="0"/>
  </p:normalViewPr>
  <p:slideViewPr>
    <p:cSldViewPr snapToObjects="1">
      <p:cViewPr>
        <p:scale>
          <a:sx n="66" d="100"/>
          <a:sy n="66" d="100"/>
        </p:scale>
        <p:origin x="2142" y="1230"/>
      </p:cViewPr>
      <p:guideLst>
        <p:guide orient="horz" pos="2155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Objects="1"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Aaron Clemett" userId="184f1440-b1a5-4a11-afd7-3d264db8bc34" providerId="ADAL" clId="{54CA3AB3-FD4B-43CA-917D-B96EB582D443}"/>
    <pc:docChg chg="undo custSel addSld delSld modSld sldOrd modMainMaster">
      <pc:chgData name="Nicholas Aaron Clemett" userId="184f1440-b1a5-4a11-afd7-3d264db8bc34" providerId="ADAL" clId="{54CA3AB3-FD4B-43CA-917D-B96EB582D443}" dt="2025-07-10T05:02:06.423" v="5568" actId="14100"/>
      <pc:docMkLst>
        <pc:docMk/>
      </pc:docMkLst>
      <pc:sldChg chg="addSp delSp modSp mod modClrScheme chgLayout">
        <pc:chgData name="Nicholas Aaron Clemett" userId="184f1440-b1a5-4a11-afd7-3d264db8bc34" providerId="ADAL" clId="{54CA3AB3-FD4B-43CA-917D-B96EB582D443}" dt="2025-07-09T07:56:40.475" v="2486" actId="478"/>
        <pc:sldMkLst>
          <pc:docMk/>
          <pc:sldMk cId="1685923780" sldId="332"/>
        </pc:sldMkLst>
        <pc:spChg chg="add del">
          <ac:chgData name="Nicholas Aaron Clemett" userId="184f1440-b1a5-4a11-afd7-3d264db8bc34" providerId="ADAL" clId="{54CA3AB3-FD4B-43CA-917D-B96EB582D443}" dt="2025-07-09T05:16:36.126" v="525" actId="26606"/>
          <ac:spMkLst>
            <pc:docMk/>
            <pc:sldMk cId="1685923780" sldId="332"/>
            <ac:spMk id="2" creationId="{ACC45156-8865-A20C-55AA-96A87464A72A}"/>
          </ac:spMkLst>
        </pc:spChg>
        <pc:spChg chg="mod ord">
          <ac:chgData name="Nicholas Aaron Clemett" userId="184f1440-b1a5-4a11-afd7-3d264db8bc34" providerId="ADAL" clId="{54CA3AB3-FD4B-43CA-917D-B96EB582D443}" dt="2025-07-09T06:26:29.212" v="1822" actId="20577"/>
          <ac:spMkLst>
            <pc:docMk/>
            <pc:sldMk cId="1685923780" sldId="332"/>
            <ac:spMk id="3" creationId="{FE132679-9ED0-6C53-BE8A-14B0170ABDB5}"/>
          </ac:spMkLst>
        </pc:spChg>
        <pc:spChg chg="add del mod">
          <ac:chgData name="Nicholas Aaron Clemett" userId="184f1440-b1a5-4a11-afd7-3d264db8bc34" providerId="ADAL" clId="{54CA3AB3-FD4B-43CA-917D-B96EB582D443}" dt="2025-07-09T05:16:36.126" v="525" actId="26606"/>
          <ac:spMkLst>
            <pc:docMk/>
            <pc:sldMk cId="1685923780" sldId="332"/>
            <ac:spMk id="10" creationId="{141187E6-67C9-823A-F8E7-991BDDAE01AC}"/>
          </ac:spMkLst>
        </pc:spChg>
        <pc:spChg chg="add mod">
          <ac:chgData name="Nicholas Aaron Clemett" userId="184f1440-b1a5-4a11-afd7-3d264db8bc34" providerId="ADAL" clId="{54CA3AB3-FD4B-43CA-917D-B96EB582D443}" dt="2025-07-09T05:55:30.036" v="1203" actId="14100"/>
          <ac:spMkLst>
            <pc:docMk/>
            <pc:sldMk cId="1685923780" sldId="332"/>
            <ac:spMk id="12" creationId="{D2BBA8AF-6C01-7F5B-05D3-E31BE99CC297}"/>
          </ac:spMkLst>
        </pc:spChg>
        <pc:spChg chg="add mod">
          <ac:chgData name="Nicholas Aaron Clemett" userId="184f1440-b1a5-4a11-afd7-3d264db8bc34" providerId="ADAL" clId="{54CA3AB3-FD4B-43CA-917D-B96EB582D443}" dt="2025-07-09T05:38:49.783" v="785" actId="14100"/>
          <ac:spMkLst>
            <pc:docMk/>
            <pc:sldMk cId="1685923780" sldId="332"/>
            <ac:spMk id="13" creationId="{6088512F-D3CA-DFF1-4FF1-F4331FAC8550}"/>
          </ac:spMkLst>
        </pc:spChg>
        <pc:spChg chg="add del mod">
          <ac:chgData name="Nicholas Aaron Clemett" userId="184f1440-b1a5-4a11-afd7-3d264db8bc34" providerId="ADAL" clId="{54CA3AB3-FD4B-43CA-917D-B96EB582D443}" dt="2025-07-09T07:56:40.475" v="2486" actId="478"/>
          <ac:spMkLst>
            <pc:docMk/>
            <pc:sldMk cId="1685923780" sldId="332"/>
            <ac:spMk id="14" creationId="{A3B5D760-2043-3160-0401-EBFE405896F7}"/>
          </ac:spMkLst>
        </pc:spChg>
        <pc:spChg chg="add del mod">
          <ac:chgData name="Nicholas Aaron Clemett" userId="184f1440-b1a5-4a11-afd7-3d264db8bc34" providerId="ADAL" clId="{54CA3AB3-FD4B-43CA-917D-B96EB582D443}" dt="2025-07-09T05:16:31.681" v="524" actId="26606"/>
          <ac:spMkLst>
            <pc:docMk/>
            <pc:sldMk cId="1685923780" sldId="332"/>
            <ac:spMk id="15" creationId="{C6CB62A1-4395-4299-7650-E7E1A078B782}"/>
          </ac:spMkLst>
        </pc:spChg>
        <pc:grpChg chg="del mod">
          <ac:chgData name="Nicholas Aaron Clemett" userId="184f1440-b1a5-4a11-afd7-3d264db8bc34" providerId="ADAL" clId="{54CA3AB3-FD4B-43CA-917D-B96EB582D443}" dt="2025-07-09T05:56:24.329" v="1217"/>
          <ac:grpSpMkLst>
            <pc:docMk/>
            <pc:sldMk cId="1685923780" sldId="332"/>
            <ac:grpSpMk id="21" creationId="{9797BF2F-EF6F-73F0-45D2-F9E8509C5513}"/>
          </ac:grpSpMkLst>
        </pc:grpChg>
        <pc:grpChg chg="del mod">
          <ac:chgData name="Nicholas Aaron Clemett" userId="184f1440-b1a5-4a11-afd7-3d264db8bc34" providerId="ADAL" clId="{54CA3AB3-FD4B-43CA-917D-B96EB582D443}" dt="2025-07-09T05:57:02.261" v="1240"/>
          <ac:grpSpMkLst>
            <pc:docMk/>
            <pc:sldMk cId="1685923780" sldId="332"/>
            <ac:grpSpMk id="29" creationId="{D9622556-8EA4-461C-3937-1F1DF2D86671}"/>
          </ac:grpSpMkLst>
        </pc:grpChg>
        <pc:grpChg chg="del mod">
          <ac:chgData name="Nicholas Aaron Clemett" userId="184f1440-b1a5-4a11-afd7-3d264db8bc34" providerId="ADAL" clId="{54CA3AB3-FD4B-43CA-917D-B96EB582D443}" dt="2025-07-09T05:56:37.977" v="1227"/>
          <ac:grpSpMkLst>
            <pc:docMk/>
            <pc:sldMk cId="1685923780" sldId="332"/>
            <ac:grpSpMk id="36" creationId="{DA8F551A-D145-9629-D5FD-35241BDB1E59}"/>
          </ac:grpSpMkLst>
        </pc:grpChg>
        <pc:grpChg chg="del mod">
          <ac:chgData name="Nicholas Aaron Clemett" userId="184f1440-b1a5-4a11-afd7-3d264db8bc34" providerId="ADAL" clId="{54CA3AB3-FD4B-43CA-917D-B96EB582D443}" dt="2025-07-09T05:56:44.895" v="1233"/>
          <ac:grpSpMkLst>
            <pc:docMk/>
            <pc:sldMk cId="1685923780" sldId="332"/>
            <ac:grpSpMk id="39" creationId="{21CAFDC9-333A-E9DC-F58C-F0A9F1536224}"/>
          </ac:grpSpMkLst>
        </pc:grpChg>
        <pc:grpChg chg="del mod">
          <ac:chgData name="Nicholas Aaron Clemett" userId="184f1440-b1a5-4a11-afd7-3d264db8bc34" providerId="ADAL" clId="{54CA3AB3-FD4B-43CA-917D-B96EB582D443}" dt="2025-07-09T05:56:58.661" v="1235"/>
          <ac:grpSpMkLst>
            <pc:docMk/>
            <pc:sldMk cId="1685923780" sldId="332"/>
            <ac:grpSpMk id="45" creationId="{9B467165-A18D-CE63-FA0A-68474E2B4863}"/>
          </ac:grpSpMkLst>
        </pc:grpChg>
        <pc:grpChg chg="del mod">
          <ac:chgData name="Nicholas Aaron Clemett" userId="184f1440-b1a5-4a11-afd7-3d264db8bc34" providerId="ADAL" clId="{54CA3AB3-FD4B-43CA-917D-B96EB582D443}" dt="2025-07-09T05:57:07.216" v="1247"/>
          <ac:grpSpMkLst>
            <pc:docMk/>
            <pc:sldMk cId="1685923780" sldId="332"/>
            <ac:grpSpMk id="47" creationId="{982435AA-E868-E775-D063-6C3C78520B88}"/>
          </ac:grpSpMkLst>
        </pc:grpChg>
        <pc:grpChg chg="del mod">
          <ac:chgData name="Nicholas Aaron Clemett" userId="184f1440-b1a5-4a11-afd7-3d264db8bc34" providerId="ADAL" clId="{54CA3AB3-FD4B-43CA-917D-B96EB582D443}" dt="2025-07-09T05:57:07.216" v="1247"/>
          <ac:grpSpMkLst>
            <pc:docMk/>
            <pc:sldMk cId="1685923780" sldId="332"/>
            <ac:grpSpMk id="52" creationId="{52EC9B01-D6DA-1E23-D336-E273DD10722B}"/>
          </ac:grpSpMkLst>
        </pc:grpChg>
        <pc:grpChg chg="mod">
          <ac:chgData name="Nicholas Aaron Clemett" userId="184f1440-b1a5-4a11-afd7-3d264db8bc34" providerId="ADAL" clId="{54CA3AB3-FD4B-43CA-917D-B96EB582D443}" dt="2025-07-09T05:57:07.216" v="1247"/>
          <ac:grpSpMkLst>
            <pc:docMk/>
            <pc:sldMk cId="1685923780" sldId="332"/>
            <ac:grpSpMk id="59" creationId="{A5506768-0792-D4E5-2043-94EAAA4C2B55}"/>
          </ac:grpSpMkLst>
        </pc:grpChg>
        <pc:grpChg chg="mod">
          <ac:chgData name="Nicholas Aaron Clemett" userId="184f1440-b1a5-4a11-afd7-3d264db8bc34" providerId="ADAL" clId="{54CA3AB3-FD4B-43CA-917D-B96EB582D443}" dt="2025-07-09T05:57:07.216" v="1247"/>
          <ac:grpSpMkLst>
            <pc:docMk/>
            <pc:sldMk cId="1685923780" sldId="332"/>
            <ac:grpSpMk id="60" creationId="{900D2A9B-C35C-2156-3551-243EA114C9E4}"/>
          </ac:grpSpMkLst>
        </pc:grpChg>
        <pc:grpChg chg="del mod">
          <ac:chgData name="Nicholas Aaron Clemett" userId="184f1440-b1a5-4a11-afd7-3d264db8bc34" providerId="ADAL" clId="{54CA3AB3-FD4B-43CA-917D-B96EB582D443}" dt="2025-07-09T05:57:30.342" v="1261"/>
          <ac:grpSpMkLst>
            <pc:docMk/>
            <pc:sldMk cId="1685923780" sldId="332"/>
            <ac:grpSpMk id="69" creationId="{BD285273-2EBD-7774-022F-FA9DBFAC8D47}"/>
          </ac:grpSpMkLst>
        </pc:grpChg>
        <pc:grpChg chg="del mod">
          <ac:chgData name="Nicholas Aaron Clemett" userId="184f1440-b1a5-4a11-afd7-3d264db8bc34" providerId="ADAL" clId="{54CA3AB3-FD4B-43CA-917D-B96EB582D443}" dt="2025-07-09T05:57:33.357" v="1266"/>
          <ac:grpSpMkLst>
            <pc:docMk/>
            <pc:sldMk cId="1685923780" sldId="332"/>
            <ac:grpSpMk id="74" creationId="{60087614-42DF-1874-E5EA-C5F7C3DE5572}"/>
          </ac:grpSpMkLst>
        </pc:grpChg>
        <pc:grpChg chg="del mod">
          <ac:chgData name="Nicholas Aaron Clemett" userId="184f1440-b1a5-4a11-afd7-3d264db8bc34" providerId="ADAL" clId="{54CA3AB3-FD4B-43CA-917D-B96EB582D443}" dt="2025-07-09T05:57:39.240" v="1272"/>
          <ac:grpSpMkLst>
            <pc:docMk/>
            <pc:sldMk cId="1685923780" sldId="332"/>
            <ac:grpSpMk id="79" creationId="{4F88D15B-56B7-3F19-6433-9078795BB5DC}"/>
          </ac:grpSpMkLst>
        </pc:grpChg>
        <pc:grpChg chg="mod">
          <ac:chgData name="Nicholas Aaron Clemett" userId="184f1440-b1a5-4a11-afd7-3d264db8bc34" providerId="ADAL" clId="{54CA3AB3-FD4B-43CA-917D-B96EB582D443}" dt="2025-07-09T05:57:39.240" v="1272"/>
          <ac:grpSpMkLst>
            <pc:docMk/>
            <pc:sldMk cId="1685923780" sldId="332"/>
            <ac:grpSpMk id="85" creationId="{03A09949-8F78-1A8A-EC0A-EDB2BC96D75E}"/>
          </ac:grpSpMkLst>
        </pc:grpChg>
        <pc:grpChg chg="mod">
          <ac:chgData name="Nicholas Aaron Clemett" userId="184f1440-b1a5-4a11-afd7-3d264db8bc34" providerId="ADAL" clId="{54CA3AB3-FD4B-43CA-917D-B96EB582D443}" dt="2025-07-09T05:57:56.265" v="1281"/>
          <ac:grpSpMkLst>
            <pc:docMk/>
            <pc:sldMk cId="1685923780" sldId="332"/>
            <ac:grpSpMk id="94" creationId="{EFA7942E-8288-8977-F39D-8E546E898F46}"/>
          </ac:grpSpMkLst>
        </pc:grpChg>
        <pc:grpChg chg="mod">
          <ac:chgData name="Nicholas Aaron Clemett" userId="184f1440-b1a5-4a11-afd7-3d264db8bc34" providerId="ADAL" clId="{54CA3AB3-FD4B-43CA-917D-B96EB582D443}" dt="2025-07-09T05:58:10.486" v="1284"/>
          <ac:grpSpMkLst>
            <pc:docMk/>
            <pc:sldMk cId="1685923780" sldId="332"/>
            <ac:grpSpMk id="97" creationId="{66AF6267-6BA1-BCC6-6492-E48A2B044A3B}"/>
          </ac:grpSpMkLst>
        </pc:grpChg>
        <pc:grpChg chg="mod">
          <ac:chgData name="Nicholas Aaron Clemett" userId="184f1440-b1a5-4a11-afd7-3d264db8bc34" providerId="ADAL" clId="{54CA3AB3-FD4B-43CA-917D-B96EB582D443}" dt="2025-07-09T05:58:16.354" v="1288"/>
          <ac:grpSpMkLst>
            <pc:docMk/>
            <pc:sldMk cId="1685923780" sldId="332"/>
            <ac:grpSpMk id="101" creationId="{0454FA5A-46CB-F3D6-539F-8BBD06F26EFE}"/>
          </ac:grpSpMkLst>
        </pc:grpChg>
        <pc:picChg chg="add del mod modCrop">
          <ac:chgData name="Nicholas Aaron Clemett" userId="184f1440-b1a5-4a11-afd7-3d264db8bc34" providerId="ADAL" clId="{54CA3AB3-FD4B-43CA-917D-B96EB582D443}" dt="2025-07-09T05:11:59.922" v="424" actId="478"/>
          <ac:picMkLst>
            <pc:docMk/>
            <pc:sldMk cId="1685923780" sldId="332"/>
            <ac:picMk id="5" creationId="{4FC34C9B-D433-8DED-DEFC-C63C584282A9}"/>
          </ac:picMkLst>
        </pc:picChg>
        <pc:picChg chg="add mod">
          <ac:chgData name="Nicholas Aaron Clemett" userId="184f1440-b1a5-4a11-afd7-3d264db8bc34" providerId="ADAL" clId="{54CA3AB3-FD4B-43CA-917D-B96EB582D443}" dt="2025-07-09T05:16:47.266" v="527" actId="27614"/>
          <ac:picMkLst>
            <pc:docMk/>
            <pc:sldMk cId="1685923780" sldId="332"/>
            <ac:picMk id="7" creationId="{22F06620-5B94-A53F-51BA-5EE9A2E361DA}"/>
          </ac:picMkLst>
        </pc:picChg>
        <pc:picChg chg="add del mod">
          <ac:chgData name="Nicholas Aaron Clemett" userId="184f1440-b1a5-4a11-afd7-3d264db8bc34" providerId="ADAL" clId="{54CA3AB3-FD4B-43CA-917D-B96EB582D443}" dt="2025-07-09T05:13:41.321" v="435" actId="478"/>
          <ac:picMkLst>
            <pc:docMk/>
            <pc:sldMk cId="1685923780" sldId="332"/>
            <ac:picMk id="9" creationId="{91091A24-9D2B-3867-E523-6DD592B3B61D}"/>
          </ac:picMkLst>
        </pc:picChg>
        <pc:inkChg chg="add mod">
          <ac:chgData name="Nicholas Aaron Clemett" userId="184f1440-b1a5-4a11-afd7-3d264db8bc34" providerId="ADAL" clId="{54CA3AB3-FD4B-43CA-917D-B96EB582D443}" dt="2025-07-09T05:56:16.526" v="1209"/>
          <ac:inkMkLst>
            <pc:docMk/>
            <pc:sldMk cId="1685923780" sldId="332"/>
            <ac:inkMk id="16" creationId="{AB134D86-0923-EB0C-6B40-D5273EB4045D}"/>
          </ac:inkMkLst>
        </pc:inkChg>
        <pc:inkChg chg="add mod">
          <ac:chgData name="Nicholas Aaron Clemett" userId="184f1440-b1a5-4a11-afd7-3d264db8bc34" providerId="ADAL" clId="{54CA3AB3-FD4B-43CA-917D-B96EB582D443}" dt="2025-07-09T05:57:02.261" v="1240"/>
          <ac:inkMkLst>
            <pc:docMk/>
            <pc:sldMk cId="1685923780" sldId="332"/>
            <ac:inkMk id="17" creationId="{3F8A96C1-63B4-E57D-0B54-71869ECD9D11}"/>
          </ac:inkMkLst>
        </pc:inkChg>
        <pc:inkChg chg="add mod">
          <ac:chgData name="Nicholas Aaron Clemett" userId="184f1440-b1a5-4a11-afd7-3d264db8bc34" providerId="ADAL" clId="{54CA3AB3-FD4B-43CA-917D-B96EB582D443}" dt="2025-07-09T05:57:02.261" v="1240"/>
          <ac:inkMkLst>
            <pc:docMk/>
            <pc:sldMk cId="1685923780" sldId="332"/>
            <ac:inkMk id="18" creationId="{94F7E468-F440-90EB-9D44-B63B527C00F1}"/>
          </ac:inkMkLst>
        </pc:inkChg>
        <pc:inkChg chg="add mod">
          <ac:chgData name="Nicholas Aaron Clemett" userId="184f1440-b1a5-4a11-afd7-3d264db8bc34" providerId="ADAL" clId="{54CA3AB3-FD4B-43CA-917D-B96EB582D443}" dt="2025-07-09T05:56:16.526" v="1209"/>
          <ac:inkMkLst>
            <pc:docMk/>
            <pc:sldMk cId="1685923780" sldId="332"/>
            <ac:inkMk id="19" creationId="{D6DC9719-66B0-6AA5-8133-20FD5FDA0C14}"/>
          </ac:inkMkLst>
        </pc:inkChg>
        <pc:inkChg chg="add mod">
          <ac:chgData name="Nicholas Aaron Clemett" userId="184f1440-b1a5-4a11-afd7-3d264db8bc34" providerId="ADAL" clId="{54CA3AB3-FD4B-43CA-917D-B96EB582D443}" dt="2025-07-09T05:57:02.261" v="1240"/>
          <ac:inkMkLst>
            <pc:docMk/>
            <pc:sldMk cId="1685923780" sldId="332"/>
            <ac:inkMk id="20" creationId="{CB01DB05-65E9-208D-56C6-911F36B2D183}"/>
          </ac:inkMkLst>
        </pc:inkChg>
        <pc:inkChg chg="add mod">
          <ac:chgData name="Nicholas Aaron Clemett" userId="184f1440-b1a5-4a11-afd7-3d264db8bc34" providerId="ADAL" clId="{54CA3AB3-FD4B-43CA-917D-B96EB582D443}" dt="2025-07-09T05:57:02.261" v="1240"/>
          <ac:inkMkLst>
            <pc:docMk/>
            <pc:sldMk cId="1685923780" sldId="332"/>
            <ac:inkMk id="22" creationId="{F9129E75-44B1-ECE3-D5D1-5700073EFF0B}"/>
          </ac:inkMkLst>
        </pc:inkChg>
        <pc:inkChg chg="add mod">
          <ac:chgData name="Nicholas Aaron Clemett" userId="184f1440-b1a5-4a11-afd7-3d264db8bc34" providerId="ADAL" clId="{54CA3AB3-FD4B-43CA-917D-B96EB582D443}" dt="2025-07-09T05:57:02.261" v="1240"/>
          <ac:inkMkLst>
            <pc:docMk/>
            <pc:sldMk cId="1685923780" sldId="332"/>
            <ac:inkMk id="23" creationId="{6DF3EBE5-49CF-0E4E-3217-A5AEB4D3AB0C}"/>
          </ac:inkMkLst>
        </pc:inkChg>
        <pc:inkChg chg="add mod">
          <ac:chgData name="Nicholas Aaron Clemett" userId="184f1440-b1a5-4a11-afd7-3d264db8bc34" providerId="ADAL" clId="{54CA3AB3-FD4B-43CA-917D-B96EB582D443}" dt="2025-07-09T05:57:07.216" v="1247"/>
          <ac:inkMkLst>
            <pc:docMk/>
            <pc:sldMk cId="1685923780" sldId="332"/>
            <ac:inkMk id="24" creationId="{B8C7B137-6D05-561D-2F02-A58E511B275E}"/>
          </ac:inkMkLst>
        </pc:inkChg>
        <pc:inkChg chg="add mod">
          <ac:chgData name="Nicholas Aaron Clemett" userId="184f1440-b1a5-4a11-afd7-3d264db8bc34" providerId="ADAL" clId="{54CA3AB3-FD4B-43CA-917D-B96EB582D443}" dt="2025-07-09T05:57:07.216" v="1247"/>
          <ac:inkMkLst>
            <pc:docMk/>
            <pc:sldMk cId="1685923780" sldId="332"/>
            <ac:inkMk id="25" creationId="{0D495D24-D01B-A29F-FA8B-A6753303FA65}"/>
          </ac:inkMkLst>
        </pc:inkChg>
        <pc:inkChg chg="add">
          <ac:chgData name="Nicholas Aaron Clemett" userId="184f1440-b1a5-4a11-afd7-3d264db8bc34" providerId="ADAL" clId="{54CA3AB3-FD4B-43CA-917D-B96EB582D443}" dt="2025-07-09T05:56:21.701" v="1214" actId="9405"/>
          <ac:inkMkLst>
            <pc:docMk/>
            <pc:sldMk cId="1685923780" sldId="332"/>
            <ac:inkMk id="26" creationId="{B6FC7920-CE4C-BA06-1D5A-AC6F782CB7DE}"/>
          </ac:inkMkLst>
        </pc:inkChg>
        <pc:inkChg chg="add mod">
          <ac:chgData name="Nicholas Aaron Clemett" userId="184f1440-b1a5-4a11-afd7-3d264db8bc34" providerId="ADAL" clId="{54CA3AB3-FD4B-43CA-917D-B96EB582D443}" dt="2025-07-09T05:57:02.261" v="1240"/>
          <ac:inkMkLst>
            <pc:docMk/>
            <pc:sldMk cId="1685923780" sldId="332"/>
            <ac:inkMk id="27" creationId="{2827D298-B665-6DC3-E025-54190D1ACDE7}"/>
          </ac:inkMkLst>
        </pc:inkChg>
        <pc:inkChg chg="add">
          <ac:chgData name="Nicholas Aaron Clemett" userId="184f1440-b1a5-4a11-afd7-3d264db8bc34" providerId="ADAL" clId="{54CA3AB3-FD4B-43CA-917D-B96EB582D443}" dt="2025-07-09T05:56:23.790" v="1216" actId="9405"/>
          <ac:inkMkLst>
            <pc:docMk/>
            <pc:sldMk cId="1685923780" sldId="332"/>
            <ac:inkMk id="28" creationId="{C5CE7B84-9636-AE85-8E38-9C5386107A28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30" creationId="{E959F152-E0EE-DC4D-DCA0-2FF807330228}"/>
          </ac:inkMkLst>
        </pc:inkChg>
        <pc:inkChg chg="add mod">
          <ac:chgData name="Nicholas Aaron Clemett" userId="184f1440-b1a5-4a11-afd7-3d264db8bc34" providerId="ADAL" clId="{54CA3AB3-FD4B-43CA-917D-B96EB582D443}" dt="2025-07-09T05:57:07.216" v="1247"/>
          <ac:inkMkLst>
            <pc:docMk/>
            <pc:sldMk cId="1685923780" sldId="332"/>
            <ac:inkMk id="31" creationId="{D58C6FA4-6660-968A-3188-5F4C1E579078}"/>
          </ac:inkMkLst>
        </pc:inkChg>
        <pc:inkChg chg="add mod">
          <ac:chgData name="Nicholas Aaron Clemett" userId="184f1440-b1a5-4a11-afd7-3d264db8bc34" providerId="ADAL" clId="{54CA3AB3-FD4B-43CA-917D-B96EB582D443}" dt="2025-07-09T05:56:37.977" v="1227"/>
          <ac:inkMkLst>
            <pc:docMk/>
            <pc:sldMk cId="1685923780" sldId="332"/>
            <ac:inkMk id="32" creationId="{F2B689C8-9DB3-6C2C-CEE5-E75767E81806}"/>
          </ac:inkMkLst>
        </pc:inkChg>
        <pc:inkChg chg="add mod">
          <ac:chgData name="Nicholas Aaron Clemett" userId="184f1440-b1a5-4a11-afd7-3d264db8bc34" providerId="ADAL" clId="{54CA3AB3-FD4B-43CA-917D-B96EB582D443}" dt="2025-07-09T05:57:07.216" v="1247"/>
          <ac:inkMkLst>
            <pc:docMk/>
            <pc:sldMk cId="1685923780" sldId="332"/>
            <ac:inkMk id="33" creationId="{CCA22505-7838-3D69-9779-76580A3484F0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34" creationId="{B3CB5EEE-11F6-1540-712F-827834192BAA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35" creationId="{3FD816F4-C8B6-B5D3-ED58-A4EC664D532F}"/>
          </ac:inkMkLst>
        </pc:inkChg>
        <pc:inkChg chg="add mod">
          <ac:chgData name="Nicholas Aaron Clemett" userId="184f1440-b1a5-4a11-afd7-3d264db8bc34" providerId="ADAL" clId="{54CA3AB3-FD4B-43CA-917D-B96EB582D443}" dt="2025-07-09T05:56:37.977" v="1227"/>
          <ac:inkMkLst>
            <pc:docMk/>
            <pc:sldMk cId="1685923780" sldId="332"/>
            <ac:inkMk id="37" creationId="{7311411E-734A-51AA-94EE-6BC484FAF832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38" creationId="{6B38B96F-1B24-8800-F68E-B27E1F30D8BF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40" creationId="{E490301F-2D53-6F7E-280B-BFD741CD8ED6}"/>
          </ac:inkMkLst>
        </pc:inkChg>
        <pc:inkChg chg="add mod">
          <ac:chgData name="Nicholas Aaron Clemett" userId="184f1440-b1a5-4a11-afd7-3d264db8bc34" providerId="ADAL" clId="{54CA3AB3-FD4B-43CA-917D-B96EB582D443}" dt="2025-07-09T05:57:07.216" v="1247"/>
          <ac:inkMkLst>
            <pc:docMk/>
            <pc:sldMk cId="1685923780" sldId="332"/>
            <ac:inkMk id="41" creationId="{1A5D947E-C6C5-EF74-06DC-5E1607F80FC4}"/>
          </ac:inkMkLst>
        </pc:inkChg>
        <pc:inkChg chg="add">
          <ac:chgData name="Nicholas Aaron Clemett" userId="184f1440-b1a5-4a11-afd7-3d264db8bc34" providerId="ADAL" clId="{54CA3AB3-FD4B-43CA-917D-B96EB582D443}" dt="2025-07-09T05:56:42.026" v="1230" actId="9405"/>
          <ac:inkMkLst>
            <pc:docMk/>
            <pc:sldMk cId="1685923780" sldId="332"/>
            <ac:inkMk id="42" creationId="{B83AB99B-074A-F566-17CE-43A951DAE94C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43" creationId="{11C68F9C-41DC-A183-03A3-57F4A44DF0E4}"/>
          </ac:inkMkLst>
        </pc:inkChg>
        <pc:inkChg chg="add mod">
          <ac:chgData name="Nicholas Aaron Clemett" userId="184f1440-b1a5-4a11-afd7-3d264db8bc34" providerId="ADAL" clId="{54CA3AB3-FD4B-43CA-917D-B96EB582D443}" dt="2025-07-09T05:56:44.895" v="1233"/>
          <ac:inkMkLst>
            <pc:docMk/>
            <pc:sldMk cId="1685923780" sldId="332"/>
            <ac:inkMk id="44" creationId="{7508B5EB-1580-4EAA-35E2-EC5CA3DE36B9}"/>
          </ac:inkMkLst>
        </pc:inkChg>
        <pc:inkChg chg="add mod">
          <ac:chgData name="Nicholas Aaron Clemett" userId="184f1440-b1a5-4a11-afd7-3d264db8bc34" providerId="ADAL" clId="{54CA3AB3-FD4B-43CA-917D-B96EB582D443}" dt="2025-07-09T05:56:58.661" v="1235"/>
          <ac:inkMkLst>
            <pc:docMk/>
            <pc:sldMk cId="1685923780" sldId="332"/>
            <ac:inkMk id="46" creationId="{400698AF-48B1-A699-B089-58AB41FBBDCF}"/>
          </ac:inkMkLst>
        </pc:inkChg>
        <pc:inkChg chg="add">
          <ac:chgData name="Nicholas Aaron Clemett" userId="184f1440-b1a5-4a11-afd7-3d264db8bc34" providerId="ADAL" clId="{54CA3AB3-FD4B-43CA-917D-B96EB582D443}" dt="2025-07-09T05:56:59.301" v="1236" actId="9405"/>
          <ac:inkMkLst>
            <pc:docMk/>
            <pc:sldMk cId="1685923780" sldId="332"/>
            <ac:inkMk id="48" creationId="{69962B63-4AF0-0AFD-B39B-F2C8E9A0C713}"/>
          </ac:inkMkLst>
        </pc:inkChg>
        <pc:inkChg chg="add">
          <ac:chgData name="Nicholas Aaron Clemett" userId="184f1440-b1a5-4a11-afd7-3d264db8bc34" providerId="ADAL" clId="{54CA3AB3-FD4B-43CA-917D-B96EB582D443}" dt="2025-07-09T05:56:59.785" v="1237" actId="9405"/>
          <ac:inkMkLst>
            <pc:docMk/>
            <pc:sldMk cId="1685923780" sldId="332"/>
            <ac:inkMk id="49" creationId="{6792D481-72C5-5435-DBC4-2D2ABD3D9365}"/>
          </ac:inkMkLst>
        </pc:inkChg>
        <pc:inkChg chg="add">
          <ac:chgData name="Nicholas Aaron Clemett" userId="184f1440-b1a5-4a11-afd7-3d264db8bc34" providerId="ADAL" clId="{54CA3AB3-FD4B-43CA-917D-B96EB582D443}" dt="2025-07-09T05:57:00.854" v="1238" actId="9405"/>
          <ac:inkMkLst>
            <pc:docMk/>
            <pc:sldMk cId="1685923780" sldId="332"/>
            <ac:inkMk id="50" creationId="{79CF9BA0-F097-EBEB-B532-1DA6AE38EA95}"/>
          </ac:inkMkLst>
        </pc:inkChg>
        <pc:inkChg chg="add mod">
          <ac:chgData name="Nicholas Aaron Clemett" userId="184f1440-b1a5-4a11-afd7-3d264db8bc34" providerId="ADAL" clId="{54CA3AB3-FD4B-43CA-917D-B96EB582D443}" dt="2025-07-09T05:57:07.216" v="1247"/>
          <ac:inkMkLst>
            <pc:docMk/>
            <pc:sldMk cId="1685923780" sldId="332"/>
            <ac:inkMk id="51" creationId="{B82B1AE0-08C0-A012-E7FC-389EB4DCCDA3}"/>
          </ac:inkMkLst>
        </pc:inkChg>
        <pc:inkChg chg="add">
          <ac:chgData name="Nicholas Aaron Clemett" userId="184f1440-b1a5-4a11-afd7-3d264db8bc34" providerId="ADAL" clId="{54CA3AB3-FD4B-43CA-917D-B96EB582D443}" dt="2025-07-09T05:57:02.268" v="1241" actId="9405"/>
          <ac:inkMkLst>
            <pc:docMk/>
            <pc:sldMk cId="1685923780" sldId="332"/>
            <ac:inkMk id="53" creationId="{4F5C8735-503D-B039-CF3B-FEF3C667AA60}"/>
          </ac:inkMkLst>
        </pc:inkChg>
        <pc:inkChg chg="add">
          <ac:chgData name="Nicholas Aaron Clemett" userId="184f1440-b1a5-4a11-afd7-3d264db8bc34" providerId="ADAL" clId="{54CA3AB3-FD4B-43CA-917D-B96EB582D443}" dt="2025-07-09T05:57:03.185" v="1242" actId="9405"/>
          <ac:inkMkLst>
            <pc:docMk/>
            <pc:sldMk cId="1685923780" sldId="332"/>
            <ac:inkMk id="54" creationId="{19C99E7B-49E2-8F03-D0A7-6F36A1BA2334}"/>
          </ac:inkMkLst>
        </pc:inkChg>
        <pc:inkChg chg="add">
          <ac:chgData name="Nicholas Aaron Clemett" userId="184f1440-b1a5-4a11-afd7-3d264db8bc34" providerId="ADAL" clId="{54CA3AB3-FD4B-43CA-917D-B96EB582D443}" dt="2025-07-09T05:57:04.037" v="1243" actId="9405"/>
          <ac:inkMkLst>
            <pc:docMk/>
            <pc:sldMk cId="1685923780" sldId="332"/>
            <ac:inkMk id="55" creationId="{544A957D-66CC-ECF7-C836-EB9206994EBB}"/>
          </ac:inkMkLst>
        </pc:inkChg>
        <pc:inkChg chg="add">
          <ac:chgData name="Nicholas Aaron Clemett" userId="184f1440-b1a5-4a11-afd7-3d264db8bc34" providerId="ADAL" clId="{54CA3AB3-FD4B-43CA-917D-B96EB582D443}" dt="2025-07-09T05:57:04.936" v="1244" actId="9405"/>
          <ac:inkMkLst>
            <pc:docMk/>
            <pc:sldMk cId="1685923780" sldId="332"/>
            <ac:inkMk id="56" creationId="{F02DB492-8F5A-B64A-8720-7B2564219259}"/>
          </ac:inkMkLst>
        </pc:inkChg>
        <pc:inkChg chg="add">
          <ac:chgData name="Nicholas Aaron Clemett" userId="184f1440-b1a5-4a11-afd7-3d264db8bc34" providerId="ADAL" clId="{54CA3AB3-FD4B-43CA-917D-B96EB582D443}" dt="2025-07-09T05:57:05.885" v="1245" actId="9405"/>
          <ac:inkMkLst>
            <pc:docMk/>
            <pc:sldMk cId="1685923780" sldId="332"/>
            <ac:inkMk id="57" creationId="{8638F6F7-A02F-DD56-D256-8CFC24EC6023}"/>
          </ac:inkMkLst>
        </pc:inkChg>
        <pc:inkChg chg="add">
          <ac:chgData name="Nicholas Aaron Clemett" userId="184f1440-b1a5-4a11-afd7-3d264db8bc34" providerId="ADAL" clId="{54CA3AB3-FD4B-43CA-917D-B96EB582D443}" dt="2025-07-09T05:57:06.414" v="1246" actId="9405"/>
          <ac:inkMkLst>
            <pc:docMk/>
            <pc:sldMk cId="1685923780" sldId="332"/>
            <ac:inkMk id="58" creationId="{E24D3285-0269-DA06-6C7C-9E430A9ED5F1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61" creationId="{BBC8C0EF-F692-FEC3-EC34-EA270648B99D}"/>
          </ac:inkMkLst>
        </pc:inkChg>
        <pc:inkChg chg="add mod">
          <ac:chgData name="Nicholas Aaron Clemett" userId="184f1440-b1a5-4a11-afd7-3d264db8bc34" providerId="ADAL" clId="{54CA3AB3-FD4B-43CA-917D-B96EB582D443}" dt="2025-07-09T05:57:33.357" v="1266"/>
          <ac:inkMkLst>
            <pc:docMk/>
            <pc:sldMk cId="1685923780" sldId="332"/>
            <ac:inkMk id="62" creationId="{458D0D03-3A20-EFB1-0B35-F7C4A906C34D}"/>
          </ac:inkMkLst>
        </pc:inkChg>
        <pc:inkChg chg="add mod">
          <ac:chgData name="Nicholas Aaron Clemett" userId="184f1440-b1a5-4a11-afd7-3d264db8bc34" providerId="ADAL" clId="{54CA3AB3-FD4B-43CA-917D-B96EB582D443}" dt="2025-07-09T05:57:25.205" v="1256"/>
          <ac:inkMkLst>
            <pc:docMk/>
            <pc:sldMk cId="1685923780" sldId="332"/>
            <ac:inkMk id="63" creationId="{CF997ECA-131F-074B-6356-DDDA6CCE900F}"/>
          </ac:inkMkLst>
        </pc:inkChg>
        <pc:inkChg chg="add mod">
          <ac:chgData name="Nicholas Aaron Clemett" userId="184f1440-b1a5-4a11-afd7-3d264db8bc34" providerId="ADAL" clId="{54CA3AB3-FD4B-43CA-917D-B96EB582D443}" dt="2025-07-09T05:57:25.205" v="1256"/>
          <ac:inkMkLst>
            <pc:docMk/>
            <pc:sldMk cId="1685923780" sldId="332"/>
            <ac:inkMk id="64" creationId="{A3867B4F-CD44-A624-F763-91B59408CD45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65" creationId="{90578423-B1EE-051B-A11E-F19D4EE06302}"/>
          </ac:inkMkLst>
        </pc:inkChg>
        <pc:inkChg chg="add mod">
          <ac:chgData name="Nicholas Aaron Clemett" userId="184f1440-b1a5-4a11-afd7-3d264db8bc34" providerId="ADAL" clId="{54CA3AB3-FD4B-43CA-917D-B96EB582D443}" dt="2025-07-09T05:57:30.342" v="1261"/>
          <ac:inkMkLst>
            <pc:docMk/>
            <pc:sldMk cId="1685923780" sldId="332"/>
            <ac:inkMk id="66" creationId="{E93D9A65-D6AB-0B3F-8888-53798059ED2A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67" creationId="{7135A397-6899-8568-53D2-67BDB11C4B99}"/>
          </ac:inkMkLst>
        </pc:inkChg>
        <pc:inkChg chg="add mod">
          <ac:chgData name="Nicholas Aaron Clemett" userId="184f1440-b1a5-4a11-afd7-3d264db8bc34" providerId="ADAL" clId="{54CA3AB3-FD4B-43CA-917D-B96EB582D443}" dt="2025-07-09T05:57:30.342" v="1261"/>
          <ac:inkMkLst>
            <pc:docMk/>
            <pc:sldMk cId="1685923780" sldId="332"/>
            <ac:inkMk id="68" creationId="{E37568D3-AF58-87DD-F88E-AF77B0C1F00B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70" creationId="{B0A095BB-2F3B-494F-703B-FA6C098E5CDA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71" creationId="{FF88D45F-0165-C2BA-4F7E-9550DD0EBB3B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72" creationId="{3DA9AEC2-C47C-D905-CF52-222A24FC3E12}"/>
          </ac:inkMkLst>
        </pc:inkChg>
        <pc:inkChg chg="add">
          <ac:chgData name="Nicholas Aaron Clemett" userId="184f1440-b1a5-4a11-afd7-3d264db8bc34" providerId="ADAL" clId="{54CA3AB3-FD4B-43CA-917D-B96EB582D443}" dt="2025-07-09T05:57:29.522" v="1260" actId="9405"/>
          <ac:inkMkLst>
            <pc:docMk/>
            <pc:sldMk cId="1685923780" sldId="332"/>
            <ac:inkMk id="73" creationId="{2168CE56-7608-61C0-BE51-977DA8DBE876}"/>
          </ac:inkMkLst>
        </pc:inkChg>
        <pc:inkChg chg="add mod">
          <ac:chgData name="Nicholas Aaron Clemett" userId="184f1440-b1a5-4a11-afd7-3d264db8bc34" providerId="ADAL" clId="{54CA3AB3-FD4B-43CA-917D-B96EB582D443}" dt="2025-07-09T05:57:33.357" v="1266"/>
          <ac:inkMkLst>
            <pc:docMk/>
            <pc:sldMk cId="1685923780" sldId="332"/>
            <ac:inkMk id="75" creationId="{EE0E1784-A128-3D1F-595F-C7050AA878D0}"/>
          </ac:inkMkLst>
        </pc:inkChg>
        <pc:inkChg chg="add mod">
          <ac:chgData name="Nicholas Aaron Clemett" userId="184f1440-b1a5-4a11-afd7-3d264db8bc34" providerId="ADAL" clId="{54CA3AB3-FD4B-43CA-917D-B96EB582D443}" dt="2025-07-09T05:57:33.357" v="1266"/>
          <ac:inkMkLst>
            <pc:docMk/>
            <pc:sldMk cId="1685923780" sldId="332"/>
            <ac:inkMk id="76" creationId="{910500A7-7698-427C-6AB5-A44F60AA6F29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77" creationId="{1910E688-E79E-888B-66C0-D8C03313BD25}"/>
          </ac:inkMkLst>
        </pc:inkChg>
        <pc:inkChg chg="add mod">
          <ac:chgData name="Nicholas Aaron Clemett" userId="184f1440-b1a5-4a11-afd7-3d264db8bc34" providerId="ADAL" clId="{54CA3AB3-FD4B-43CA-917D-B96EB582D443}" dt="2025-07-09T05:57:33.357" v="1266"/>
          <ac:inkMkLst>
            <pc:docMk/>
            <pc:sldMk cId="1685923780" sldId="332"/>
            <ac:inkMk id="78" creationId="{8BEC9A1C-FAB8-EB5A-A301-27BB0C894857}"/>
          </ac:inkMkLst>
        </pc:inkChg>
        <pc:inkChg chg="add">
          <ac:chgData name="Nicholas Aaron Clemett" userId="184f1440-b1a5-4a11-afd7-3d264db8bc34" providerId="ADAL" clId="{54CA3AB3-FD4B-43CA-917D-B96EB582D443}" dt="2025-07-09T05:57:34.792" v="1267" actId="9405"/>
          <ac:inkMkLst>
            <pc:docMk/>
            <pc:sldMk cId="1685923780" sldId="332"/>
            <ac:inkMk id="80" creationId="{8EF98D9C-460E-9E65-2157-3F7D724C8229}"/>
          </ac:inkMkLst>
        </pc:inkChg>
        <pc:inkChg chg="add mod">
          <ac:chgData name="Nicholas Aaron Clemett" userId="184f1440-b1a5-4a11-afd7-3d264db8bc34" providerId="ADAL" clId="{54CA3AB3-FD4B-43CA-917D-B96EB582D443}" dt="2025-07-09T05:57:39.240" v="1272"/>
          <ac:inkMkLst>
            <pc:docMk/>
            <pc:sldMk cId="1685923780" sldId="332"/>
            <ac:inkMk id="81" creationId="{4FB87552-A7F3-4CEA-5648-F6F2CF3B29B2}"/>
          </ac:inkMkLst>
        </pc:inkChg>
        <pc:inkChg chg="add">
          <ac:chgData name="Nicholas Aaron Clemett" userId="184f1440-b1a5-4a11-afd7-3d264db8bc34" providerId="ADAL" clId="{54CA3AB3-FD4B-43CA-917D-B96EB582D443}" dt="2025-07-09T05:57:36.687" v="1269" actId="9405"/>
          <ac:inkMkLst>
            <pc:docMk/>
            <pc:sldMk cId="1685923780" sldId="332"/>
            <ac:inkMk id="82" creationId="{3C46DCE8-6647-FB8D-7D67-083607FDE203}"/>
          </ac:inkMkLst>
        </pc:inkChg>
        <pc:inkChg chg="add">
          <ac:chgData name="Nicholas Aaron Clemett" userId="184f1440-b1a5-4a11-afd7-3d264db8bc34" providerId="ADAL" clId="{54CA3AB3-FD4B-43CA-917D-B96EB582D443}" dt="2025-07-09T05:57:37.623" v="1270" actId="9405"/>
          <ac:inkMkLst>
            <pc:docMk/>
            <pc:sldMk cId="1685923780" sldId="332"/>
            <ac:inkMk id="83" creationId="{98CB5B8B-FADF-42FD-0EEF-C8F215543B60}"/>
          </ac:inkMkLst>
        </pc:inkChg>
        <pc:inkChg chg="add">
          <ac:chgData name="Nicholas Aaron Clemett" userId="184f1440-b1a5-4a11-afd7-3d264db8bc34" providerId="ADAL" clId="{54CA3AB3-FD4B-43CA-917D-B96EB582D443}" dt="2025-07-09T05:57:38.458" v="1271" actId="9405"/>
          <ac:inkMkLst>
            <pc:docMk/>
            <pc:sldMk cId="1685923780" sldId="332"/>
            <ac:inkMk id="84" creationId="{5EE84D82-353A-4616-FB9D-059B2FE80E49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86" creationId="{9F2C5A0E-757D-E6C6-63E2-836C36EBFF2A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87" creationId="{DC89A52E-FF48-017E-BC37-4AA23E94A485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88" creationId="{3F291997-F11F-61FB-EDD3-04316B1307E4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89" creationId="{812BCDB9-4C9C-973F-01B9-3B2875152197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90" creationId="{08B460F9-361F-0022-9E79-9B4EB5E753FC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91" creationId="{D1E9A7FB-215D-249F-5A02-9F5C0FEBB21E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92" creationId="{D0886879-95B6-D2E8-618C-91C88AE77949}"/>
          </ac:inkMkLst>
        </pc:inkChg>
        <pc:inkChg chg="add mod">
          <ac:chgData name="Nicholas Aaron Clemett" userId="184f1440-b1a5-4a11-afd7-3d264db8bc34" providerId="ADAL" clId="{54CA3AB3-FD4B-43CA-917D-B96EB582D443}" dt="2025-07-09T05:57:56.265" v="1281"/>
          <ac:inkMkLst>
            <pc:docMk/>
            <pc:sldMk cId="1685923780" sldId="332"/>
            <ac:inkMk id="93" creationId="{45B44C93-8CF2-643C-0228-72986D79B321}"/>
          </ac:inkMkLst>
        </pc:inkChg>
        <pc:inkChg chg="add mod">
          <ac:chgData name="Nicholas Aaron Clemett" userId="184f1440-b1a5-4a11-afd7-3d264db8bc34" providerId="ADAL" clId="{54CA3AB3-FD4B-43CA-917D-B96EB582D443}" dt="2025-07-09T05:58:10.486" v="1284"/>
          <ac:inkMkLst>
            <pc:docMk/>
            <pc:sldMk cId="1685923780" sldId="332"/>
            <ac:inkMk id="95" creationId="{EA2FBC29-776C-0721-B5B8-E918520C2607}"/>
          </ac:inkMkLst>
        </pc:inkChg>
        <pc:inkChg chg="add mod">
          <ac:chgData name="Nicholas Aaron Clemett" userId="184f1440-b1a5-4a11-afd7-3d264db8bc34" providerId="ADAL" clId="{54CA3AB3-FD4B-43CA-917D-B96EB582D443}" dt="2025-07-09T05:58:10.486" v="1284"/>
          <ac:inkMkLst>
            <pc:docMk/>
            <pc:sldMk cId="1685923780" sldId="332"/>
            <ac:inkMk id="96" creationId="{D6B6E6C6-2B94-1B2E-F68B-C3BF598210E9}"/>
          </ac:inkMkLst>
        </pc:inkChg>
        <pc:inkChg chg="add mod">
          <ac:chgData name="Nicholas Aaron Clemett" userId="184f1440-b1a5-4a11-afd7-3d264db8bc34" providerId="ADAL" clId="{54CA3AB3-FD4B-43CA-917D-B96EB582D443}" dt="2025-07-09T05:58:16.354" v="1288"/>
          <ac:inkMkLst>
            <pc:docMk/>
            <pc:sldMk cId="1685923780" sldId="332"/>
            <ac:inkMk id="98" creationId="{C876B6AD-9B61-0F4B-7B0C-832D294DFE56}"/>
          </ac:inkMkLst>
        </pc:inkChg>
        <pc:inkChg chg="add mod">
          <ac:chgData name="Nicholas Aaron Clemett" userId="184f1440-b1a5-4a11-afd7-3d264db8bc34" providerId="ADAL" clId="{54CA3AB3-FD4B-43CA-917D-B96EB582D443}" dt="2025-07-09T05:58:16.354" v="1288"/>
          <ac:inkMkLst>
            <pc:docMk/>
            <pc:sldMk cId="1685923780" sldId="332"/>
            <ac:inkMk id="99" creationId="{66B1F565-44DC-57F2-3E93-E2B61E76646E}"/>
          </ac:inkMkLst>
        </pc:inkChg>
        <pc:inkChg chg="add mod">
          <ac:chgData name="Nicholas Aaron Clemett" userId="184f1440-b1a5-4a11-afd7-3d264db8bc34" providerId="ADAL" clId="{54CA3AB3-FD4B-43CA-917D-B96EB582D443}" dt="2025-07-09T05:58:16.354" v="1288"/>
          <ac:inkMkLst>
            <pc:docMk/>
            <pc:sldMk cId="1685923780" sldId="332"/>
            <ac:inkMk id="100" creationId="{4194BFEC-685F-C818-5FBD-2D320165652A}"/>
          </ac:inkMkLst>
        </pc:inkChg>
      </pc:sldChg>
      <pc:sldChg chg="delSp modSp mod">
        <pc:chgData name="Nicholas Aaron Clemett" userId="184f1440-b1a5-4a11-afd7-3d264db8bc34" providerId="ADAL" clId="{54CA3AB3-FD4B-43CA-917D-B96EB582D443}" dt="2025-07-09T05:02:47.194" v="205" actId="1035"/>
        <pc:sldMkLst>
          <pc:docMk/>
          <pc:sldMk cId="941888367" sldId="333"/>
        </pc:sldMkLst>
        <pc:spChg chg="mod">
          <ac:chgData name="Nicholas Aaron Clemett" userId="184f1440-b1a5-4a11-afd7-3d264db8bc34" providerId="ADAL" clId="{54CA3AB3-FD4B-43CA-917D-B96EB582D443}" dt="2025-07-09T05:02:47.194" v="205" actId="1035"/>
          <ac:spMkLst>
            <pc:docMk/>
            <pc:sldMk cId="941888367" sldId="333"/>
            <ac:spMk id="3" creationId="{6031377C-2515-4502-0A4D-C58C8B9EE0DB}"/>
          </ac:spMkLst>
        </pc:spChg>
        <pc:spChg chg="del mod">
          <ac:chgData name="Nicholas Aaron Clemett" userId="184f1440-b1a5-4a11-afd7-3d264db8bc34" providerId="ADAL" clId="{54CA3AB3-FD4B-43CA-917D-B96EB582D443}" dt="2025-07-09T05:02:23.744" v="195" actId="478"/>
          <ac:spMkLst>
            <pc:docMk/>
            <pc:sldMk cId="941888367" sldId="333"/>
            <ac:spMk id="4" creationId="{3ECDA6A7-072B-ED99-4916-60BE03ECC236}"/>
          </ac:spMkLst>
        </pc:spChg>
      </pc:sldChg>
      <pc:sldChg chg="del">
        <pc:chgData name="Nicholas Aaron Clemett" userId="184f1440-b1a5-4a11-afd7-3d264db8bc34" providerId="ADAL" clId="{54CA3AB3-FD4B-43CA-917D-B96EB582D443}" dt="2025-07-09T05:02:58.456" v="206" actId="2696"/>
        <pc:sldMkLst>
          <pc:docMk/>
          <pc:sldMk cId="1046806343" sldId="334"/>
        </pc:sldMkLst>
      </pc:sldChg>
      <pc:sldChg chg="addSp delSp modSp new del mod modClrScheme chgLayout">
        <pc:chgData name="Nicholas Aaron Clemett" userId="184f1440-b1a5-4a11-afd7-3d264db8bc34" providerId="ADAL" clId="{54CA3AB3-FD4B-43CA-917D-B96EB582D443}" dt="2025-07-09T05:04:41.966" v="281" actId="47"/>
        <pc:sldMkLst>
          <pc:docMk/>
          <pc:sldMk cId="1150691393" sldId="334"/>
        </pc:sldMkLst>
        <pc:spChg chg="del">
          <ac:chgData name="Nicholas Aaron Clemett" userId="184f1440-b1a5-4a11-afd7-3d264db8bc34" providerId="ADAL" clId="{54CA3AB3-FD4B-43CA-917D-B96EB582D443}" dt="2025-07-09T05:04:34.562" v="280" actId="700"/>
          <ac:spMkLst>
            <pc:docMk/>
            <pc:sldMk cId="1150691393" sldId="334"/>
            <ac:spMk id="2" creationId="{84425B52-60E3-D4FF-BF35-0A630801A836}"/>
          </ac:spMkLst>
        </pc:spChg>
        <pc:spChg chg="del mod ord">
          <ac:chgData name="Nicholas Aaron Clemett" userId="184f1440-b1a5-4a11-afd7-3d264db8bc34" providerId="ADAL" clId="{54CA3AB3-FD4B-43CA-917D-B96EB582D443}" dt="2025-07-09T05:04:34.562" v="280" actId="700"/>
          <ac:spMkLst>
            <pc:docMk/>
            <pc:sldMk cId="1150691393" sldId="334"/>
            <ac:spMk id="3" creationId="{1B2D3E56-F56B-8ECA-94BC-29CB5A5DC592}"/>
          </ac:spMkLst>
        </pc:spChg>
        <pc:spChg chg="del">
          <ac:chgData name="Nicholas Aaron Clemett" userId="184f1440-b1a5-4a11-afd7-3d264db8bc34" providerId="ADAL" clId="{54CA3AB3-FD4B-43CA-917D-B96EB582D443}" dt="2025-07-09T05:04:34.562" v="280" actId="700"/>
          <ac:spMkLst>
            <pc:docMk/>
            <pc:sldMk cId="1150691393" sldId="334"/>
            <ac:spMk id="4" creationId="{ED3F8B36-3303-765F-BF30-6FEE3793579D}"/>
          </ac:spMkLst>
        </pc:spChg>
        <pc:spChg chg="add mod ord">
          <ac:chgData name="Nicholas Aaron Clemett" userId="184f1440-b1a5-4a11-afd7-3d264db8bc34" providerId="ADAL" clId="{54CA3AB3-FD4B-43CA-917D-B96EB582D443}" dt="2025-07-09T05:04:34.562" v="280" actId="700"/>
          <ac:spMkLst>
            <pc:docMk/>
            <pc:sldMk cId="1150691393" sldId="334"/>
            <ac:spMk id="5" creationId="{72219287-21F8-641A-1795-590F9D699FE0}"/>
          </ac:spMkLst>
        </pc:spChg>
      </pc:sldChg>
      <pc:sldChg chg="addSp delSp modSp new mod">
        <pc:chgData name="Nicholas Aaron Clemett" userId="184f1440-b1a5-4a11-afd7-3d264db8bc34" providerId="ADAL" clId="{54CA3AB3-FD4B-43CA-917D-B96EB582D443}" dt="2025-07-09T06:26:33.966" v="1823"/>
        <pc:sldMkLst>
          <pc:docMk/>
          <pc:sldMk cId="2219504437" sldId="334"/>
        </pc:sldMkLst>
        <pc:spChg chg="del">
          <ac:chgData name="Nicholas Aaron Clemett" userId="184f1440-b1a5-4a11-afd7-3d264db8bc34" providerId="ADAL" clId="{54CA3AB3-FD4B-43CA-917D-B96EB582D443}" dt="2025-07-09T05:35:00.855" v="670" actId="478"/>
          <ac:spMkLst>
            <pc:docMk/>
            <pc:sldMk cId="2219504437" sldId="334"/>
            <ac:spMk id="2" creationId="{4B03DB1E-12D0-B0D5-5BE1-94FB09E8266C}"/>
          </ac:spMkLst>
        </pc:spChg>
        <pc:spChg chg="del">
          <ac:chgData name="Nicholas Aaron Clemett" userId="184f1440-b1a5-4a11-afd7-3d264db8bc34" providerId="ADAL" clId="{54CA3AB3-FD4B-43CA-917D-B96EB582D443}" dt="2025-07-09T05:34:59.650" v="669" actId="478"/>
          <ac:spMkLst>
            <pc:docMk/>
            <pc:sldMk cId="2219504437" sldId="334"/>
            <ac:spMk id="3" creationId="{B4BBAFE5-F91C-6951-CACE-89CBAA3AD0BB}"/>
          </ac:spMkLst>
        </pc:spChg>
        <pc:spChg chg="mod">
          <ac:chgData name="Nicholas Aaron Clemett" userId="184f1440-b1a5-4a11-afd7-3d264db8bc34" providerId="ADAL" clId="{54CA3AB3-FD4B-43CA-917D-B96EB582D443}" dt="2025-07-09T06:26:33.966" v="1823"/>
          <ac:spMkLst>
            <pc:docMk/>
            <pc:sldMk cId="2219504437" sldId="334"/>
            <ac:spMk id="4" creationId="{DDE4DA9A-D7F6-08B0-2EFF-55792F2419A9}"/>
          </ac:spMkLst>
        </pc:spChg>
        <pc:spChg chg="add mod">
          <ac:chgData name="Nicholas Aaron Clemett" userId="184f1440-b1a5-4a11-afd7-3d264db8bc34" providerId="ADAL" clId="{54CA3AB3-FD4B-43CA-917D-B96EB582D443}" dt="2025-07-09T05:39:34.564" v="794" actId="1076"/>
          <ac:spMkLst>
            <pc:docMk/>
            <pc:sldMk cId="2219504437" sldId="334"/>
            <ac:spMk id="7" creationId="{7F635E2A-D1E0-7688-68F6-C70584E542C8}"/>
          </ac:spMkLst>
        </pc:spChg>
        <pc:spChg chg="add mod">
          <ac:chgData name="Nicholas Aaron Clemett" userId="184f1440-b1a5-4a11-afd7-3d264db8bc34" providerId="ADAL" clId="{54CA3AB3-FD4B-43CA-917D-B96EB582D443}" dt="2025-07-09T05:41:27.911" v="871" actId="1076"/>
          <ac:spMkLst>
            <pc:docMk/>
            <pc:sldMk cId="2219504437" sldId="334"/>
            <ac:spMk id="8" creationId="{0CF610D2-2F10-68ED-9958-145B81157ABE}"/>
          </ac:spMkLst>
        </pc:spChg>
        <pc:spChg chg="add mod">
          <ac:chgData name="Nicholas Aaron Clemett" userId="184f1440-b1a5-4a11-afd7-3d264db8bc34" providerId="ADAL" clId="{54CA3AB3-FD4B-43CA-917D-B96EB582D443}" dt="2025-07-09T05:41:45.512" v="875" actId="1076"/>
          <ac:spMkLst>
            <pc:docMk/>
            <pc:sldMk cId="2219504437" sldId="334"/>
            <ac:spMk id="9" creationId="{2BA7F3D8-4B73-3766-AEB4-09472E2844A2}"/>
          </ac:spMkLst>
        </pc:spChg>
        <pc:spChg chg="add mod">
          <ac:chgData name="Nicholas Aaron Clemett" userId="184f1440-b1a5-4a11-afd7-3d264db8bc34" providerId="ADAL" clId="{54CA3AB3-FD4B-43CA-917D-B96EB582D443}" dt="2025-07-09T05:41:47.811" v="876" actId="1076"/>
          <ac:spMkLst>
            <pc:docMk/>
            <pc:sldMk cId="2219504437" sldId="334"/>
            <ac:spMk id="10" creationId="{BB6D3336-DED7-7424-28BD-F34F6C575770}"/>
          </ac:spMkLst>
        </pc:spChg>
        <pc:spChg chg="add mod">
          <ac:chgData name="Nicholas Aaron Clemett" userId="184f1440-b1a5-4a11-afd7-3d264db8bc34" providerId="ADAL" clId="{54CA3AB3-FD4B-43CA-917D-B96EB582D443}" dt="2025-07-09T05:41:49.816" v="877" actId="1076"/>
          <ac:spMkLst>
            <pc:docMk/>
            <pc:sldMk cId="2219504437" sldId="334"/>
            <ac:spMk id="11" creationId="{8308D3BF-9130-31F3-BEF3-6CF56DA5E9C1}"/>
          </ac:spMkLst>
        </pc:spChg>
        <pc:spChg chg="add mod">
          <ac:chgData name="Nicholas Aaron Clemett" userId="184f1440-b1a5-4a11-afd7-3d264db8bc34" providerId="ADAL" clId="{54CA3AB3-FD4B-43CA-917D-B96EB582D443}" dt="2025-07-09T05:41:51.714" v="878" actId="1076"/>
          <ac:spMkLst>
            <pc:docMk/>
            <pc:sldMk cId="2219504437" sldId="334"/>
            <ac:spMk id="12" creationId="{4A26B4E7-CAD0-3CC0-208F-F6CC7EB6B5F4}"/>
          </ac:spMkLst>
        </pc:spChg>
        <pc:spChg chg="add mod">
          <ac:chgData name="Nicholas Aaron Clemett" userId="184f1440-b1a5-4a11-afd7-3d264db8bc34" providerId="ADAL" clId="{54CA3AB3-FD4B-43CA-917D-B96EB582D443}" dt="2025-07-09T05:41:43.397" v="874" actId="1076"/>
          <ac:spMkLst>
            <pc:docMk/>
            <pc:sldMk cId="2219504437" sldId="334"/>
            <ac:spMk id="13" creationId="{7DBC0A0E-DFC1-136A-51CE-D8FCE69796EE}"/>
          </ac:spMkLst>
        </pc:spChg>
        <pc:spChg chg="add mod">
          <ac:chgData name="Nicholas Aaron Clemett" userId="184f1440-b1a5-4a11-afd7-3d264db8bc34" providerId="ADAL" clId="{54CA3AB3-FD4B-43CA-917D-B96EB582D443}" dt="2025-07-09T05:53:42.715" v="1124" actId="1036"/>
          <ac:spMkLst>
            <pc:docMk/>
            <pc:sldMk cId="2219504437" sldId="334"/>
            <ac:spMk id="14" creationId="{EF6328E4-5A74-0843-6D4E-20A57B953BED}"/>
          </ac:spMkLst>
        </pc:spChg>
        <pc:spChg chg="add mod">
          <ac:chgData name="Nicholas Aaron Clemett" userId="184f1440-b1a5-4a11-afd7-3d264db8bc34" providerId="ADAL" clId="{54CA3AB3-FD4B-43CA-917D-B96EB582D443}" dt="2025-07-09T05:53:42.715" v="1124" actId="1036"/>
          <ac:spMkLst>
            <pc:docMk/>
            <pc:sldMk cId="2219504437" sldId="334"/>
            <ac:spMk id="15" creationId="{8306E07D-021F-42C5-D8A9-5C14AC2199DF}"/>
          </ac:spMkLst>
        </pc:spChg>
        <pc:picChg chg="add mod">
          <ac:chgData name="Nicholas Aaron Clemett" userId="184f1440-b1a5-4a11-afd7-3d264db8bc34" providerId="ADAL" clId="{54CA3AB3-FD4B-43CA-917D-B96EB582D443}" dt="2025-07-09T05:41:41.239" v="873" actId="14100"/>
          <ac:picMkLst>
            <pc:docMk/>
            <pc:sldMk cId="2219504437" sldId="334"/>
            <ac:picMk id="6" creationId="{DA008EFA-6412-B94D-956A-7291C489EEE2}"/>
          </ac:picMkLst>
        </pc:picChg>
      </pc:sldChg>
      <pc:sldChg chg="addSp delSp modSp new mod">
        <pc:chgData name="Nicholas Aaron Clemett" userId="184f1440-b1a5-4a11-afd7-3d264db8bc34" providerId="ADAL" clId="{54CA3AB3-FD4B-43CA-917D-B96EB582D443}" dt="2025-07-09T06:26:36.023" v="1824"/>
        <pc:sldMkLst>
          <pc:docMk/>
          <pc:sldMk cId="157765900" sldId="335"/>
        </pc:sldMkLst>
        <pc:spChg chg="del">
          <ac:chgData name="Nicholas Aaron Clemett" userId="184f1440-b1a5-4a11-afd7-3d264db8bc34" providerId="ADAL" clId="{54CA3AB3-FD4B-43CA-917D-B96EB582D443}" dt="2025-07-09T05:50:26.953" v="1031" actId="478"/>
          <ac:spMkLst>
            <pc:docMk/>
            <pc:sldMk cId="157765900" sldId="335"/>
            <ac:spMk id="2" creationId="{AC54E645-FFAE-8886-BCD2-1B16E44BD172}"/>
          </ac:spMkLst>
        </pc:spChg>
        <pc:spChg chg="del">
          <ac:chgData name="Nicholas Aaron Clemett" userId="184f1440-b1a5-4a11-afd7-3d264db8bc34" providerId="ADAL" clId="{54CA3AB3-FD4B-43CA-917D-B96EB582D443}" dt="2025-07-09T05:50:25.934" v="1030" actId="478"/>
          <ac:spMkLst>
            <pc:docMk/>
            <pc:sldMk cId="157765900" sldId="335"/>
            <ac:spMk id="3" creationId="{D63D93B3-EFC9-9149-FD5F-9D2EADE5793A}"/>
          </ac:spMkLst>
        </pc:spChg>
        <pc:spChg chg="mod">
          <ac:chgData name="Nicholas Aaron Clemett" userId="184f1440-b1a5-4a11-afd7-3d264db8bc34" providerId="ADAL" clId="{54CA3AB3-FD4B-43CA-917D-B96EB582D443}" dt="2025-07-09T06:26:36.023" v="1824"/>
          <ac:spMkLst>
            <pc:docMk/>
            <pc:sldMk cId="157765900" sldId="335"/>
            <ac:spMk id="4" creationId="{1B0025C8-C934-2303-4FF4-316BFD27792D}"/>
          </ac:spMkLst>
        </pc:spChg>
        <pc:spChg chg="add mod">
          <ac:chgData name="Nicholas Aaron Clemett" userId="184f1440-b1a5-4a11-afd7-3d264db8bc34" providerId="ADAL" clId="{54CA3AB3-FD4B-43CA-917D-B96EB582D443}" dt="2025-07-09T05:52:09.298" v="1051" actId="1036"/>
          <ac:spMkLst>
            <pc:docMk/>
            <pc:sldMk cId="157765900" sldId="335"/>
            <ac:spMk id="7" creationId="{1FA28B50-3174-6944-C173-395182B91E43}"/>
          </ac:spMkLst>
        </pc:spChg>
        <pc:spChg chg="add mod">
          <ac:chgData name="Nicholas Aaron Clemett" userId="184f1440-b1a5-4a11-afd7-3d264db8bc34" providerId="ADAL" clId="{54CA3AB3-FD4B-43CA-917D-B96EB582D443}" dt="2025-07-09T05:52:09.298" v="1051" actId="1036"/>
          <ac:spMkLst>
            <pc:docMk/>
            <pc:sldMk cId="157765900" sldId="335"/>
            <ac:spMk id="8" creationId="{30F686CF-3F03-87A1-C6A3-C5B9D6022EE0}"/>
          </ac:spMkLst>
        </pc:spChg>
        <pc:spChg chg="add mod">
          <ac:chgData name="Nicholas Aaron Clemett" userId="184f1440-b1a5-4a11-afd7-3d264db8bc34" providerId="ADAL" clId="{54CA3AB3-FD4B-43CA-917D-B96EB582D443}" dt="2025-07-09T05:59:32.287" v="1353" actId="20577"/>
          <ac:spMkLst>
            <pc:docMk/>
            <pc:sldMk cId="157765900" sldId="335"/>
            <ac:spMk id="9" creationId="{C43CED87-8E55-2019-D631-24603F9A95F8}"/>
          </ac:spMkLst>
        </pc:spChg>
        <pc:spChg chg="add mod">
          <ac:chgData name="Nicholas Aaron Clemett" userId="184f1440-b1a5-4a11-afd7-3d264db8bc34" providerId="ADAL" clId="{54CA3AB3-FD4B-43CA-917D-B96EB582D443}" dt="2025-07-09T06:23:07.639" v="1750" actId="313"/>
          <ac:spMkLst>
            <pc:docMk/>
            <pc:sldMk cId="157765900" sldId="335"/>
            <ac:spMk id="10" creationId="{E1851958-5FBF-B2E1-F4A6-2A1158E333E2}"/>
          </ac:spMkLst>
        </pc:spChg>
        <pc:spChg chg="add mod">
          <ac:chgData name="Nicholas Aaron Clemett" userId="184f1440-b1a5-4a11-afd7-3d264db8bc34" providerId="ADAL" clId="{54CA3AB3-FD4B-43CA-917D-B96EB582D443}" dt="2025-07-09T06:03:34.936" v="1386" actId="20577"/>
          <ac:spMkLst>
            <pc:docMk/>
            <pc:sldMk cId="157765900" sldId="335"/>
            <ac:spMk id="11" creationId="{851B655C-9576-13F5-6055-79E8E865ADC0}"/>
          </ac:spMkLst>
        </pc:spChg>
        <pc:picChg chg="add mod">
          <ac:chgData name="Nicholas Aaron Clemett" userId="184f1440-b1a5-4a11-afd7-3d264db8bc34" providerId="ADAL" clId="{54CA3AB3-FD4B-43CA-917D-B96EB582D443}" dt="2025-07-09T05:52:09.298" v="1051" actId="1036"/>
          <ac:picMkLst>
            <pc:docMk/>
            <pc:sldMk cId="157765900" sldId="335"/>
            <ac:picMk id="6" creationId="{ED9F60FC-481F-1ADA-DEE0-2081FBB20AAD}"/>
          </ac:picMkLst>
        </pc:picChg>
      </pc:sldChg>
      <pc:sldChg chg="addSp delSp modSp new mod">
        <pc:chgData name="Nicholas Aaron Clemett" userId="184f1440-b1a5-4a11-afd7-3d264db8bc34" providerId="ADAL" clId="{54CA3AB3-FD4B-43CA-917D-B96EB582D443}" dt="2025-07-09T07:07:02.837" v="2195" actId="6549"/>
        <pc:sldMkLst>
          <pc:docMk/>
          <pc:sldMk cId="4054560801" sldId="336"/>
        </pc:sldMkLst>
        <pc:spChg chg="del">
          <ac:chgData name="Nicholas Aaron Clemett" userId="184f1440-b1a5-4a11-afd7-3d264db8bc34" providerId="ADAL" clId="{54CA3AB3-FD4B-43CA-917D-B96EB582D443}" dt="2025-07-09T06:06:46.499" v="1422" actId="478"/>
          <ac:spMkLst>
            <pc:docMk/>
            <pc:sldMk cId="4054560801" sldId="336"/>
            <ac:spMk id="2" creationId="{747E4421-E1B6-93C7-AA61-7456E6E4E3FF}"/>
          </ac:spMkLst>
        </pc:spChg>
        <pc:spChg chg="del">
          <ac:chgData name="Nicholas Aaron Clemett" userId="184f1440-b1a5-4a11-afd7-3d264db8bc34" providerId="ADAL" clId="{54CA3AB3-FD4B-43CA-917D-B96EB582D443}" dt="2025-07-09T06:06:45.257" v="1421" actId="478"/>
          <ac:spMkLst>
            <pc:docMk/>
            <pc:sldMk cId="4054560801" sldId="336"/>
            <ac:spMk id="3" creationId="{C044F4AF-BBBE-1906-52AC-8DA29A1747DF}"/>
          </ac:spMkLst>
        </pc:spChg>
        <pc:spChg chg="del">
          <ac:chgData name="Nicholas Aaron Clemett" userId="184f1440-b1a5-4a11-afd7-3d264db8bc34" providerId="ADAL" clId="{54CA3AB3-FD4B-43CA-917D-B96EB582D443}" dt="2025-07-09T06:18:34.352" v="1468" actId="478"/>
          <ac:spMkLst>
            <pc:docMk/>
            <pc:sldMk cId="4054560801" sldId="336"/>
            <ac:spMk id="4" creationId="{B6FAB162-D989-7E00-CF2B-2DA4D440D471}"/>
          </ac:spMkLst>
        </pc:spChg>
        <pc:spChg chg="add del mod">
          <ac:chgData name="Nicholas Aaron Clemett" userId="184f1440-b1a5-4a11-afd7-3d264db8bc34" providerId="ADAL" clId="{54CA3AB3-FD4B-43CA-917D-B96EB582D443}" dt="2025-07-09T06:14:42.247" v="1441" actId="478"/>
          <ac:spMkLst>
            <pc:docMk/>
            <pc:sldMk cId="4054560801" sldId="336"/>
            <ac:spMk id="9" creationId="{00384CE7-C4B4-7287-0371-BD734AE8AEB8}"/>
          </ac:spMkLst>
        </pc:spChg>
        <pc:spChg chg="add del mod">
          <ac:chgData name="Nicholas Aaron Clemett" userId="184f1440-b1a5-4a11-afd7-3d264db8bc34" providerId="ADAL" clId="{54CA3AB3-FD4B-43CA-917D-B96EB582D443}" dt="2025-07-09T06:14:13.308" v="1440" actId="478"/>
          <ac:spMkLst>
            <pc:docMk/>
            <pc:sldMk cId="4054560801" sldId="336"/>
            <ac:spMk id="10" creationId="{415B93F3-ACA3-E6F3-7FC9-0064BAA631E6}"/>
          </ac:spMkLst>
        </pc:spChg>
        <pc:spChg chg="add del mod">
          <ac:chgData name="Nicholas Aaron Clemett" userId="184f1440-b1a5-4a11-afd7-3d264db8bc34" providerId="ADAL" clId="{54CA3AB3-FD4B-43CA-917D-B96EB582D443}" dt="2025-07-09T06:14:45.369" v="1442" actId="478"/>
          <ac:spMkLst>
            <pc:docMk/>
            <pc:sldMk cId="4054560801" sldId="336"/>
            <ac:spMk id="11" creationId="{B33AD2D8-D728-A917-5F75-73E8D4E2225C}"/>
          </ac:spMkLst>
        </pc:spChg>
        <pc:spChg chg="add mod">
          <ac:chgData name="Nicholas Aaron Clemett" userId="184f1440-b1a5-4a11-afd7-3d264db8bc34" providerId="ADAL" clId="{54CA3AB3-FD4B-43CA-917D-B96EB582D443}" dt="2025-07-09T07:07:02.837" v="2195" actId="6549"/>
          <ac:spMkLst>
            <pc:docMk/>
            <pc:sldMk cId="4054560801" sldId="336"/>
            <ac:spMk id="24" creationId="{549909E6-5C08-E451-979D-4497E3ABBF60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25" creationId="{897131D9-366D-CCD8-D437-D78093E3A49B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26" creationId="{29F7AB85-3237-0078-A99C-17410113D464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27" creationId="{46D301D5-BC09-221C-58DF-DCC7C5399519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28" creationId="{A7A3C18A-4997-2B4A-16AA-6630B2A62399}"/>
          </ac:spMkLst>
        </pc:spChg>
        <pc:spChg chg="add del">
          <ac:chgData name="Nicholas Aaron Clemett" userId="184f1440-b1a5-4a11-afd7-3d264db8bc34" providerId="ADAL" clId="{54CA3AB3-FD4B-43CA-917D-B96EB582D443}" dt="2025-07-09T06:24:05.544" v="1766" actId="478"/>
          <ac:spMkLst>
            <pc:docMk/>
            <pc:sldMk cId="4054560801" sldId="336"/>
            <ac:spMk id="30" creationId="{88D2E21C-B778-E99E-13DC-0B080D4A744F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31" creationId="{AD9C9791-F856-D793-36BA-ABBF1510E356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32" creationId="{B45B74F9-3F48-2163-09F4-E946F458F16E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33" creationId="{80509D9A-6F23-CE53-0813-1E5D0FE9BD9C}"/>
          </ac:spMkLst>
        </pc:spChg>
        <pc:spChg chg="add mod">
          <ac:chgData name="Nicholas Aaron Clemett" userId="184f1440-b1a5-4a11-afd7-3d264db8bc34" providerId="ADAL" clId="{54CA3AB3-FD4B-43CA-917D-B96EB582D443}" dt="2025-07-09T07:05:35.533" v="2173" actId="1037"/>
          <ac:spMkLst>
            <pc:docMk/>
            <pc:sldMk cId="4054560801" sldId="336"/>
            <ac:spMk id="34" creationId="{9B093621-B769-21ED-8B25-7F7768DD412F}"/>
          </ac:spMkLst>
        </pc:spChg>
        <pc:spChg chg="add mod">
          <ac:chgData name="Nicholas Aaron Clemett" userId="184f1440-b1a5-4a11-afd7-3d264db8bc34" providerId="ADAL" clId="{54CA3AB3-FD4B-43CA-917D-B96EB582D443}" dt="2025-07-09T07:06:30.089" v="2179" actId="1076"/>
          <ac:spMkLst>
            <pc:docMk/>
            <pc:sldMk cId="4054560801" sldId="336"/>
            <ac:spMk id="35" creationId="{D7E29203-3CD0-371B-BB7D-D8BDE15851E6}"/>
          </ac:spMkLst>
        </pc:spChg>
        <pc:spChg chg="add mod">
          <ac:chgData name="Nicholas Aaron Clemett" userId="184f1440-b1a5-4a11-afd7-3d264db8bc34" providerId="ADAL" clId="{54CA3AB3-FD4B-43CA-917D-B96EB582D443}" dt="2025-07-09T07:06:34.958" v="2181" actId="1076"/>
          <ac:spMkLst>
            <pc:docMk/>
            <pc:sldMk cId="4054560801" sldId="336"/>
            <ac:spMk id="36" creationId="{3EF0C062-3DD6-4BB2-3A19-2FA370A25723}"/>
          </ac:spMkLst>
        </pc:spChg>
        <pc:spChg chg="add mod">
          <ac:chgData name="Nicholas Aaron Clemett" userId="184f1440-b1a5-4a11-afd7-3d264db8bc34" providerId="ADAL" clId="{54CA3AB3-FD4B-43CA-917D-B96EB582D443}" dt="2025-07-09T07:06:45.587" v="2189" actId="1038"/>
          <ac:spMkLst>
            <pc:docMk/>
            <pc:sldMk cId="4054560801" sldId="336"/>
            <ac:spMk id="37" creationId="{96F63E15-4E8E-FA1D-EB5C-DCB1398A61BB}"/>
          </ac:spMkLst>
        </pc:spChg>
        <pc:spChg chg="add mod">
          <ac:chgData name="Nicholas Aaron Clemett" userId="184f1440-b1a5-4a11-afd7-3d264db8bc34" providerId="ADAL" clId="{54CA3AB3-FD4B-43CA-917D-B96EB582D443}" dt="2025-07-09T07:06:55.981" v="2194" actId="20577"/>
          <ac:spMkLst>
            <pc:docMk/>
            <pc:sldMk cId="4054560801" sldId="336"/>
            <ac:spMk id="38" creationId="{5DF83356-8C8F-942D-D73B-A5E8AA58B32C}"/>
          </ac:spMkLst>
        </pc:spChg>
        <pc:picChg chg="add del mod">
          <ac:chgData name="Nicholas Aaron Clemett" userId="184f1440-b1a5-4a11-afd7-3d264db8bc34" providerId="ADAL" clId="{54CA3AB3-FD4B-43CA-917D-B96EB582D443}" dt="2025-07-09T06:11:39" v="1427" actId="478"/>
          <ac:picMkLst>
            <pc:docMk/>
            <pc:sldMk cId="4054560801" sldId="336"/>
            <ac:picMk id="6" creationId="{D34C22D9-FBC7-A746-F74C-62CCA45769FC}"/>
          </ac:picMkLst>
        </pc:picChg>
        <pc:picChg chg="add del mod">
          <ac:chgData name="Nicholas Aaron Clemett" userId="184f1440-b1a5-4a11-afd7-3d264db8bc34" providerId="ADAL" clId="{54CA3AB3-FD4B-43CA-917D-B96EB582D443}" dt="2025-07-09T06:16:36.336" v="1449" actId="478"/>
          <ac:picMkLst>
            <pc:docMk/>
            <pc:sldMk cId="4054560801" sldId="336"/>
            <ac:picMk id="8" creationId="{199CE5D8-325C-6816-ACDB-B557DED3DBBF}"/>
          </ac:picMkLst>
        </pc:picChg>
        <pc:picChg chg="add del mod">
          <ac:chgData name="Nicholas Aaron Clemett" userId="184f1440-b1a5-4a11-afd7-3d264db8bc34" providerId="ADAL" clId="{54CA3AB3-FD4B-43CA-917D-B96EB582D443}" dt="2025-07-09T06:15:29.182" v="1448" actId="478"/>
          <ac:picMkLst>
            <pc:docMk/>
            <pc:sldMk cId="4054560801" sldId="336"/>
            <ac:picMk id="13" creationId="{38765C67-964F-59F4-5F3C-4CF47CEDBB34}"/>
          </ac:picMkLst>
        </pc:picChg>
        <pc:picChg chg="add del mod">
          <ac:chgData name="Nicholas Aaron Clemett" userId="184f1440-b1a5-4a11-afd7-3d264db8bc34" providerId="ADAL" clId="{54CA3AB3-FD4B-43CA-917D-B96EB582D443}" dt="2025-07-09T06:15:28.540" v="1447" actId="478"/>
          <ac:picMkLst>
            <pc:docMk/>
            <pc:sldMk cId="4054560801" sldId="336"/>
            <ac:picMk id="15" creationId="{CFCD79D7-E02D-047B-2FE7-6D4A56C73C0C}"/>
          </ac:picMkLst>
        </pc:picChg>
        <pc:picChg chg="add mod">
          <ac:chgData name="Nicholas Aaron Clemett" userId="184f1440-b1a5-4a11-afd7-3d264db8bc34" providerId="ADAL" clId="{54CA3AB3-FD4B-43CA-917D-B96EB582D443}" dt="2025-07-09T06:18:39.337" v="1469" actId="1076"/>
          <ac:picMkLst>
            <pc:docMk/>
            <pc:sldMk cId="4054560801" sldId="336"/>
            <ac:picMk id="17" creationId="{EACEBFB4-7EEE-F18B-D77C-7376C2132FBD}"/>
          </ac:picMkLst>
        </pc:picChg>
        <pc:picChg chg="add mod">
          <ac:chgData name="Nicholas Aaron Clemett" userId="184f1440-b1a5-4a11-afd7-3d264db8bc34" providerId="ADAL" clId="{54CA3AB3-FD4B-43CA-917D-B96EB582D443}" dt="2025-07-09T07:05:35.533" v="2173" actId="1037"/>
          <ac:picMkLst>
            <pc:docMk/>
            <pc:sldMk cId="4054560801" sldId="336"/>
            <ac:picMk id="19" creationId="{7E3B9BA6-2BD4-8556-4FCE-BDB00C120028}"/>
          </ac:picMkLst>
        </pc:picChg>
        <pc:picChg chg="add mod">
          <ac:chgData name="Nicholas Aaron Clemett" userId="184f1440-b1a5-4a11-afd7-3d264db8bc34" providerId="ADAL" clId="{54CA3AB3-FD4B-43CA-917D-B96EB582D443}" dt="2025-07-09T06:18:46.548" v="1471" actId="14100"/>
          <ac:picMkLst>
            <pc:docMk/>
            <pc:sldMk cId="4054560801" sldId="336"/>
            <ac:picMk id="21" creationId="{2EF06513-AC96-7F6A-C7AB-6AEF54E738D2}"/>
          </ac:picMkLst>
        </pc:picChg>
        <pc:picChg chg="add mod">
          <ac:chgData name="Nicholas Aaron Clemett" userId="184f1440-b1a5-4a11-afd7-3d264db8bc34" providerId="ADAL" clId="{54CA3AB3-FD4B-43CA-917D-B96EB582D443}" dt="2025-07-09T06:19:01.285" v="1476" actId="1076"/>
          <ac:picMkLst>
            <pc:docMk/>
            <pc:sldMk cId="4054560801" sldId="336"/>
            <ac:picMk id="23" creationId="{14382A6B-AAC0-BD16-DF20-26508EC110AE}"/>
          </ac:picMkLst>
        </pc:picChg>
      </pc:sldChg>
      <pc:sldChg chg="addSp delSp modSp new mod">
        <pc:chgData name="Nicholas Aaron Clemett" userId="184f1440-b1a5-4a11-afd7-3d264db8bc34" providerId="ADAL" clId="{54CA3AB3-FD4B-43CA-917D-B96EB582D443}" dt="2025-07-09T11:57:55.923" v="3175" actId="20577"/>
        <pc:sldMkLst>
          <pc:docMk/>
          <pc:sldMk cId="1249999191" sldId="337"/>
        </pc:sldMkLst>
        <pc:spChg chg="del">
          <ac:chgData name="Nicholas Aaron Clemett" userId="184f1440-b1a5-4a11-afd7-3d264db8bc34" providerId="ADAL" clId="{54CA3AB3-FD4B-43CA-917D-B96EB582D443}" dt="2025-07-09T06:26:46.199" v="1827" actId="478"/>
          <ac:spMkLst>
            <pc:docMk/>
            <pc:sldMk cId="1249999191" sldId="337"/>
            <ac:spMk id="2" creationId="{2BA14C58-C2D9-0968-BF54-211A7F244782}"/>
          </ac:spMkLst>
        </pc:spChg>
        <pc:spChg chg="del">
          <ac:chgData name="Nicholas Aaron Clemett" userId="184f1440-b1a5-4a11-afd7-3d264db8bc34" providerId="ADAL" clId="{54CA3AB3-FD4B-43CA-917D-B96EB582D443}" dt="2025-07-09T06:26:44.902" v="1826" actId="478"/>
          <ac:spMkLst>
            <pc:docMk/>
            <pc:sldMk cId="1249999191" sldId="337"/>
            <ac:spMk id="3" creationId="{C276585E-9407-98E8-5B04-3BB934927084}"/>
          </ac:spMkLst>
        </pc:spChg>
        <pc:spChg chg="mod">
          <ac:chgData name="Nicholas Aaron Clemett" userId="184f1440-b1a5-4a11-afd7-3d264db8bc34" providerId="ADAL" clId="{54CA3AB3-FD4B-43CA-917D-B96EB582D443}" dt="2025-07-09T07:10:56.446" v="2226" actId="20577"/>
          <ac:spMkLst>
            <pc:docMk/>
            <pc:sldMk cId="1249999191" sldId="337"/>
            <ac:spMk id="4" creationId="{BD8F6955-2F4B-5229-E6AF-4DFD94A2B59C}"/>
          </ac:spMkLst>
        </pc:spChg>
        <pc:spChg chg="add del mod">
          <ac:chgData name="Nicholas Aaron Clemett" userId="184f1440-b1a5-4a11-afd7-3d264db8bc34" providerId="ADAL" clId="{54CA3AB3-FD4B-43CA-917D-B96EB582D443}" dt="2025-07-09T07:09:22.180" v="2198"/>
          <ac:spMkLst>
            <pc:docMk/>
            <pc:sldMk cId="1249999191" sldId="337"/>
            <ac:spMk id="5" creationId="{286F8145-AA65-5CFC-C828-AC2038EFABC2}"/>
          </ac:spMkLst>
        </pc:spChg>
        <pc:spChg chg="add mod">
          <ac:chgData name="Nicholas Aaron Clemett" userId="184f1440-b1a5-4a11-afd7-3d264db8bc34" providerId="ADAL" clId="{54CA3AB3-FD4B-43CA-917D-B96EB582D443}" dt="2025-07-09T11:57:55.923" v="3175" actId="20577"/>
          <ac:spMkLst>
            <pc:docMk/>
            <pc:sldMk cId="1249999191" sldId="337"/>
            <ac:spMk id="6" creationId="{63785BF1-267B-AA75-7BAE-CA6CC316E716}"/>
          </ac:spMkLst>
        </pc:spChg>
        <pc:spChg chg="add mod">
          <ac:chgData name="Nicholas Aaron Clemett" userId="184f1440-b1a5-4a11-afd7-3d264db8bc34" providerId="ADAL" clId="{54CA3AB3-FD4B-43CA-917D-B96EB582D443}" dt="2025-07-09T11:57:46.402" v="3172" actId="20577"/>
          <ac:spMkLst>
            <pc:docMk/>
            <pc:sldMk cId="1249999191" sldId="337"/>
            <ac:spMk id="13" creationId="{E64703C9-12DB-1AA8-3F05-437D088272BA}"/>
          </ac:spMkLst>
        </pc:spChg>
        <pc:spChg chg="add mod">
          <ac:chgData name="Nicholas Aaron Clemett" userId="184f1440-b1a5-4a11-afd7-3d264db8bc34" providerId="ADAL" clId="{54CA3AB3-FD4B-43CA-917D-B96EB582D443}" dt="2025-07-09T08:08:47.950" v="3166" actId="14100"/>
          <ac:spMkLst>
            <pc:docMk/>
            <pc:sldMk cId="1249999191" sldId="337"/>
            <ac:spMk id="15" creationId="{52B27C4A-E274-0492-5F03-55A76943B694}"/>
          </ac:spMkLst>
        </pc:spChg>
        <pc:picChg chg="add mod">
          <ac:chgData name="Nicholas Aaron Clemett" userId="184f1440-b1a5-4a11-afd7-3d264db8bc34" providerId="ADAL" clId="{54CA3AB3-FD4B-43CA-917D-B96EB582D443}" dt="2025-07-09T08:08:12.076" v="3159" actId="14100"/>
          <ac:picMkLst>
            <pc:docMk/>
            <pc:sldMk cId="1249999191" sldId="337"/>
            <ac:picMk id="8" creationId="{CCD5FB45-1D5A-4AC3-FCE0-8520222C42AC}"/>
          </ac:picMkLst>
        </pc:picChg>
        <pc:picChg chg="add mod">
          <ac:chgData name="Nicholas Aaron Clemett" userId="184f1440-b1a5-4a11-afd7-3d264db8bc34" providerId="ADAL" clId="{54CA3AB3-FD4B-43CA-917D-B96EB582D443}" dt="2025-07-09T08:08:07.896" v="3158" actId="1076"/>
          <ac:picMkLst>
            <pc:docMk/>
            <pc:sldMk cId="1249999191" sldId="337"/>
            <ac:picMk id="9" creationId="{F09798F3-2DF8-78BC-1308-07FD266D65ED}"/>
          </ac:picMkLst>
        </pc:picChg>
        <pc:picChg chg="add mod">
          <ac:chgData name="Nicholas Aaron Clemett" userId="184f1440-b1a5-4a11-afd7-3d264db8bc34" providerId="ADAL" clId="{54CA3AB3-FD4B-43CA-917D-B96EB582D443}" dt="2025-07-09T08:08:51.410" v="3167" actId="1076"/>
          <ac:picMkLst>
            <pc:docMk/>
            <pc:sldMk cId="1249999191" sldId="337"/>
            <ac:picMk id="11" creationId="{4D13CF47-37BA-B361-652F-101967781DFC}"/>
          </ac:picMkLst>
        </pc:picChg>
      </pc:sldChg>
      <pc:sldChg chg="addSp delSp modSp new mod">
        <pc:chgData name="Nicholas Aaron Clemett" userId="184f1440-b1a5-4a11-afd7-3d264db8bc34" providerId="ADAL" clId="{54CA3AB3-FD4B-43CA-917D-B96EB582D443}" dt="2025-07-09T07:02:31.831" v="2082"/>
        <pc:sldMkLst>
          <pc:docMk/>
          <pc:sldMk cId="850830573" sldId="338"/>
        </pc:sldMkLst>
        <pc:spChg chg="del">
          <ac:chgData name="Nicholas Aaron Clemett" userId="184f1440-b1a5-4a11-afd7-3d264db8bc34" providerId="ADAL" clId="{54CA3AB3-FD4B-43CA-917D-B96EB582D443}" dt="2025-07-09T06:31:07.930" v="1831" actId="478"/>
          <ac:spMkLst>
            <pc:docMk/>
            <pc:sldMk cId="850830573" sldId="338"/>
            <ac:spMk id="2" creationId="{01BA6985-E530-9607-90EC-AFC479ABEF2F}"/>
          </ac:spMkLst>
        </pc:spChg>
        <pc:spChg chg="del">
          <ac:chgData name="Nicholas Aaron Clemett" userId="184f1440-b1a5-4a11-afd7-3d264db8bc34" providerId="ADAL" clId="{54CA3AB3-FD4B-43CA-917D-B96EB582D443}" dt="2025-07-09T06:31:06.788" v="1830" actId="478"/>
          <ac:spMkLst>
            <pc:docMk/>
            <pc:sldMk cId="850830573" sldId="338"/>
            <ac:spMk id="3" creationId="{DCC360F7-DE33-D318-1176-D789E922162B}"/>
          </ac:spMkLst>
        </pc:spChg>
        <pc:spChg chg="mod">
          <ac:chgData name="Nicholas Aaron Clemett" userId="184f1440-b1a5-4a11-afd7-3d264db8bc34" providerId="ADAL" clId="{54CA3AB3-FD4B-43CA-917D-B96EB582D443}" dt="2025-07-09T07:02:31.831" v="2082"/>
          <ac:spMkLst>
            <pc:docMk/>
            <pc:sldMk cId="850830573" sldId="338"/>
            <ac:spMk id="4" creationId="{192F4284-089A-A6B7-8ED3-8F385C971C2F}"/>
          </ac:spMkLst>
        </pc:spChg>
        <pc:spChg chg="add mod">
          <ac:chgData name="Nicholas Aaron Clemett" userId="184f1440-b1a5-4a11-afd7-3d264db8bc34" providerId="ADAL" clId="{54CA3AB3-FD4B-43CA-917D-B96EB582D443}" dt="2025-07-09T06:54:56.664" v="1928" actId="20577"/>
          <ac:spMkLst>
            <pc:docMk/>
            <pc:sldMk cId="850830573" sldId="338"/>
            <ac:spMk id="7" creationId="{7A91DFDA-1C9F-80D5-FBC6-C7499B098026}"/>
          </ac:spMkLst>
        </pc:spChg>
        <pc:spChg chg="add mod">
          <ac:chgData name="Nicholas Aaron Clemett" userId="184f1440-b1a5-4a11-afd7-3d264db8bc34" providerId="ADAL" clId="{54CA3AB3-FD4B-43CA-917D-B96EB582D443}" dt="2025-07-09T06:34:04.223" v="1896" actId="1076"/>
          <ac:spMkLst>
            <pc:docMk/>
            <pc:sldMk cId="850830573" sldId="338"/>
            <ac:spMk id="8" creationId="{36A8C2E4-FA93-5C7A-0A3C-BD75C6ACF9E4}"/>
          </ac:spMkLst>
        </pc:spChg>
        <pc:spChg chg="add mod">
          <ac:chgData name="Nicholas Aaron Clemett" userId="184f1440-b1a5-4a11-afd7-3d264db8bc34" providerId="ADAL" clId="{54CA3AB3-FD4B-43CA-917D-B96EB582D443}" dt="2025-07-09T06:34:11.250" v="1904" actId="1035"/>
          <ac:spMkLst>
            <pc:docMk/>
            <pc:sldMk cId="850830573" sldId="338"/>
            <ac:spMk id="9" creationId="{416C37F8-BED5-8EDF-9F16-02F2083EBF4E}"/>
          </ac:spMkLst>
        </pc:spChg>
        <pc:spChg chg="add mod">
          <ac:chgData name="Nicholas Aaron Clemett" userId="184f1440-b1a5-4a11-afd7-3d264db8bc34" providerId="ADAL" clId="{54CA3AB3-FD4B-43CA-917D-B96EB582D443}" dt="2025-07-09T06:34:20.483" v="1907" actId="1076"/>
          <ac:spMkLst>
            <pc:docMk/>
            <pc:sldMk cId="850830573" sldId="338"/>
            <ac:spMk id="10" creationId="{C8A9383A-130B-6E73-A4E5-83B00FB1458E}"/>
          </ac:spMkLst>
        </pc:spChg>
        <pc:spChg chg="add mod">
          <ac:chgData name="Nicholas Aaron Clemett" userId="184f1440-b1a5-4a11-afd7-3d264db8bc34" providerId="ADAL" clId="{54CA3AB3-FD4B-43CA-917D-B96EB582D443}" dt="2025-07-09T06:50:55.250" v="1910" actId="20577"/>
          <ac:spMkLst>
            <pc:docMk/>
            <pc:sldMk cId="850830573" sldId="338"/>
            <ac:spMk id="11" creationId="{A4DEDD55-EE64-CA32-9A93-97E47AA30B26}"/>
          </ac:spMkLst>
        </pc:spChg>
        <pc:picChg chg="add mod">
          <ac:chgData name="Nicholas Aaron Clemett" userId="184f1440-b1a5-4a11-afd7-3d264db8bc34" providerId="ADAL" clId="{54CA3AB3-FD4B-43CA-917D-B96EB582D443}" dt="2025-07-09T06:33:50.043" v="1893" actId="1076"/>
          <ac:picMkLst>
            <pc:docMk/>
            <pc:sldMk cId="850830573" sldId="338"/>
            <ac:picMk id="6" creationId="{7A7E02FD-168F-AE81-00F9-1B32D15A2E31}"/>
          </ac:picMkLst>
        </pc:picChg>
      </pc:sldChg>
      <pc:sldChg chg="new del">
        <pc:chgData name="Nicholas Aaron Clemett" userId="184f1440-b1a5-4a11-afd7-3d264db8bc34" providerId="ADAL" clId="{54CA3AB3-FD4B-43CA-917D-B96EB582D443}" dt="2025-07-09T06:31:34.702" v="1834" actId="47"/>
        <pc:sldMkLst>
          <pc:docMk/>
          <pc:sldMk cId="3743575696" sldId="339"/>
        </pc:sldMkLst>
      </pc:sldChg>
      <pc:sldChg chg="addSp delSp modSp new mod ord">
        <pc:chgData name="Nicholas Aaron Clemett" userId="184f1440-b1a5-4a11-afd7-3d264db8bc34" providerId="ADAL" clId="{54CA3AB3-FD4B-43CA-917D-B96EB582D443}" dt="2025-07-09T06:32:12.061" v="1888" actId="20577"/>
        <pc:sldMkLst>
          <pc:docMk/>
          <pc:sldMk cId="3920712521" sldId="340"/>
        </pc:sldMkLst>
        <pc:spChg chg="del">
          <ac:chgData name="Nicholas Aaron Clemett" userId="184f1440-b1a5-4a11-afd7-3d264db8bc34" providerId="ADAL" clId="{54CA3AB3-FD4B-43CA-917D-B96EB582D443}" dt="2025-07-09T06:31:42.152" v="1838" actId="478"/>
          <ac:spMkLst>
            <pc:docMk/>
            <pc:sldMk cId="3920712521" sldId="340"/>
            <ac:spMk id="2" creationId="{1DE4EB44-A76B-F452-4F88-E47DBDC29DDD}"/>
          </ac:spMkLst>
        </pc:spChg>
        <pc:spChg chg="del">
          <ac:chgData name="Nicholas Aaron Clemett" userId="184f1440-b1a5-4a11-afd7-3d264db8bc34" providerId="ADAL" clId="{54CA3AB3-FD4B-43CA-917D-B96EB582D443}" dt="2025-07-09T06:31:41.290" v="1837" actId="478"/>
          <ac:spMkLst>
            <pc:docMk/>
            <pc:sldMk cId="3920712521" sldId="340"/>
            <ac:spMk id="3" creationId="{980E57A2-E65F-BF22-9CDB-2C2AD387F47B}"/>
          </ac:spMkLst>
        </pc:spChg>
        <pc:spChg chg="add del mod">
          <ac:chgData name="Nicholas Aaron Clemett" userId="184f1440-b1a5-4a11-afd7-3d264db8bc34" providerId="ADAL" clId="{54CA3AB3-FD4B-43CA-917D-B96EB582D443}" dt="2025-07-09T06:32:12.061" v="1888" actId="20577"/>
          <ac:spMkLst>
            <pc:docMk/>
            <pc:sldMk cId="3920712521" sldId="340"/>
            <ac:spMk id="4" creationId="{C2331C47-742E-0F0C-D962-3AFF8D9BE537}"/>
          </ac:spMkLst>
        </pc:spChg>
        <pc:spChg chg="add mod">
          <ac:chgData name="Nicholas Aaron Clemett" userId="184f1440-b1a5-4a11-afd7-3d264db8bc34" providerId="ADAL" clId="{54CA3AB3-FD4B-43CA-917D-B96EB582D443}" dt="2025-07-09T06:31:52.204" v="1843" actId="20577"/>
          <ac:spMkLst>
            <pc:docMk/>
            <pc:sldMk cId="3920712521" sldId="340"/>
            <ac:spMk id="5" creationId="{A4626244-70A9-E37C-1673-4C13F387E31F}"/>
          </ac:spMkLst>
        </pc:spChg>
      </pc:sldChg>
      <pc:sldChg chg="addSp delSp modSp add mod">
        <pc:chgData name="Nicholas Aaron Clemett" userId="184f1440-b1a5-4a11-afd7-3d264db8bc34" providerId="ADAL" clId="{54CA3AB3-FD4B-43CA-917D-B96EB582D443}" dt="2025-07-09T07:05:28.848" v="2170" actId="1037"/>
        <pc:sldMkLst>
          <pc:docMk/>
          <pc:sldMk cId="1278452748" sldId="341"/>
        </pc:sldMkLst>
        <pc:spChg chg="add 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10" creationId="{9F4F7519-9BC1-7CEA-3493-46AD0203A3EE}"/>
          </ac:spMkLst>
        </pc:spChg>
        <pc:spChg chg="add 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11" creationId="{D901C0A3-68ED-64B8-EF0E-72C60C306E31}"/>
          </ac:spMkLst>
        </pc:spChg>
        <pc:spChg chg="add 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12" creationId="{711DB012-FCD2-66DE-C547-A944670D5893}"/>
          </ac:spMkLst>
        </pc:spChg>
        <pc:spChg chg="add 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13" creationId="{6B2C81ED-FD5F-F860-B5BA-67A468469911}"/>
          </ac:spMkLst>
        </pc:spChg>
        <pc:spChg chg="add 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14" creationId="{103D13C2-01DB-3CE3-9393-E53FC0FFC850}"/>
          </ac:spMkLst>
        </pc:spChg>
        <pc:spChg chg="mod">
          <ac:chgData name="Nicholas Aaron Clemett" userId="184f1440-b1a5-4a11-afd7-3d264db8bc34" providerId="ADAL" clId="{54CA3AB3-FD4B-43CA-917D-B96EB582D443}" dt="2025-07-09T07:05:28.848" v="2170" actId="1037"/>
          <ac:spMkLst>
            <pc:docMk/>
            <pc:sldMk cId="1278452748" sldId="341"/>
            <ac:spMk id="24" creationId="{C5BB383C-FECF-51A3-7594-090A624F3E72}"/>
          </ac:spMkLst>
        </pc:spChg>
        <pc:spChg chg="mod">
          <ac:chgData name="Nicholas Aaron Clemett" userId="184f1440-b1a5-4a11-afd7-3d264db8bc34" providerId="ADAL" clId="{54CA3AB3-FD4B-43CA-917D-B96EB582D443}" dt="2025-07-09T07:01:34.511" v="2073" actId="20577"/>
          <ac:spMkLst>
            <pc:docMk/>
            <pc:sldMk cId="1278452748" sldId="341"/>
            <ac:spMk id="25" creationId="{75645207-C0B5-A7EC-2D37-89444AC1985D}"/>
          </ac:spMkLst>
        </pc:spChg>
        <pc:spChg chg="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26" creationId="{F82F2585-41C8-7B38-1B00-AE4300879B32}"/>
          </ac:spMkLst>
        </pc:spChg>
        <pc:spChg chg="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27" creationId="{FD0EEAE5-9D08-1F92-87EC-62ACAB82E9BC}"/>
          </ac:spMkLst>
        </pc:spChg>
        <pc:spChg chg="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28" creationId="{3B06156C-B531-C432-C02A-7CC45A3813EA}"/>
          </ac:spMkLst>
        </pc:spChg>
        <pc:spChg chg="mod">
          <ac:chgData name="Nicholas Aaron Clemett" userId="184f1440-b1a5-4a11-afd7-3d264db8bc34" providerId="ADAL" clId="{54CA3AB3-FD4B-43CA-917D-B96EB582D443}" dt="2025-07-09T07:01:56.046" v="2078" actId="113"/>
          <ac:spMkLst>
            <pc:docMk/>
            <pc:sldMk cId="1278452748" sldId="341"/>
            <ac:spMk id="31" creationId="{6A6C9487-FA1C-363A-0276-B95CFEB2BC70}"/>
          </ac:spMkLst>
        </pc:spChg>
        <pc:spChg chg="mod">
          <ac:chgData name="Nicholas Aaron Clemett" userId="184f1440-b1a5-4a11-afd7-3d264db8bc34" providerId="ADAL" clId="{54CA3AB3-FD4B-43CA-917D-B96EB582D443}" dt="2025-07-09T07:01:59.299" v="2079"/>
          <ac:spMkLst>
            <pc:docMk/>
            <pc:sldMk cId="1278452748" sldId="341"/>
            <ac:spMk id="32" creationId="{0289E1C3-5904-C71B-9B0A-10B4970359F1}"/>
          </ac:spMkLst>
        </pc:spChg>
        <pc:spChg chg="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33" creationId="{817D2F52-8803-ECE3-B032-26024808EF44}"/>
          </ac:spMkLst>
        </pc:spChg>
        <pc:spChg chg="mod">
          <ac:chgData name="Nicholas Aaron Clemett" userId="184f1440-b1a5-4a11-afd7-3d264db8bc34" providerId="ADAL" clId="{54CA3AB3-FD4B-43CA-917D-B96EB582D443}" dt="2025-07-09T07:05:21.151" v="2166" actId="1037"/>
          <ac:spMkLst>
            <pc:docMk/>
            <pc:sldMk cId="1278452748" sldId="341"/>
            <ac:spMk id="34" creationId="{7F38B675-B223-9EB9-998F-E857563C008F}"/>
          </ac:spMkLst>
        </pc:spChg>
        <pc:picChg chg="add mod ord">
          <ac:chgData name="Nicholas Aaron Clemett" userId="184f1440-b1a5-4a11-afd7-3d264db8bc34" providerId="ADAL" clId="{54CA3AB3-FD4B-43CA-917D-B96EB582D443}" dt="2025-07-09T06:56:40.706" v="1947" actId="14100"/>
          <ac:picMkLst>
            <pc:docMk/>
            <pc:sldMk cId="1278452748" sldId="341"/>
            <ac:picMk id="3" creationId="{7D9E8AD8-AAD5-31D1-23B8-79A2F89AAE8D}"/>
          </ac:picMkLst>
        </pc:picChg>
        <pc:picChg chg="add mod ord">
          <ac:chgData name="Nicholas Aaron Clemett" userId="184f1440-b1a5-4a11-afd7-3d264db8bc34" providerId="ADAL" clId="{54CA3AB3-FD4B-43CA-917D-B96EB582D443}" dt="2025-07-09T06:57:14.526" v="1955" actId="1076"/>
          <ac:picMkLst>
            <pc:docMk/>
            <pc:sldMk cId="1278452748" sldId="341"/>
            <ac:picMk id="5" creationId="{BA536D85-6381-CBF1-1D3E-E6F48CE82549}"/>
          </ac:picMkLst>
        </pc:picChg>
        <pc:picChg chg="add mod ord">
          <ac:chgData name="Nicholas Aaron Clemett" userId="184f1440-b1a5-4a11-afd7-3d264db8bc34" providerId="ADAL" clId="{54CA3AB3-FD4B-43CA-917D-B96EB582D443}" dt="2025-07-09T06:58:39.209" v="1980" actId="14100"/>
          <ac:picMkLst>
            <pc:docMk/>
            <pc:sldMk cId="1278452748" sldId="341"/>
            <ac:picMk id="7" creationId="{391B9B47-8BB2-61AF-B1BF-F629C10FF6F6}"/>
          </ac:picMkLst>
        </pc:picChg>
        <pc:picChg chg="add mod ord">
          <ac:chgData name="Nicholas Aaron Clemett" userId="184f1440-b1a5-4a11-afd7-3d264db8bc34" providerId="ADAL" clId="{54CA3AB3-FD4B-43CA-917D-B96EB582D443}" dt="2025-07-09T06:58:35.446" v="1979" actId="14100"/>
          <ac:picMkLst>
            <pc:docMk/>
            <pc:sldMk cId="1278452748" sldId="341"/>
            <ac:picMk id="9" creationId="{DCF5FAAE-D688-D598-912D-37B3428C0BD7}"/>
          </ac:picMkLst>
        </pc:picChg>
        <pc:picChg chg="del">
          <ac:chgData name="Nicholas Aaron Clemett" userId="184f1440-b1a5-4a11-afd7-3d264db8bc34" providerId="ADAL" clId="{54CA3AB3-FD4B-43CA-917D-B96EB582D443}" dt="2025-07-09T06:56:10.183" v="1930" actId="478"/>
          <ac:picMkLst>
            <pc:docMk/>
            <pc:sldMk cId="1278452748" sldId="341"/>
            <ac:picMk id="17" creationId="{4784FBD5-50B1-08C3-DC56-AB4FD579A045}"/>
          </ac:picMkLst>
        </pc:picChg>
        <pc:picChg chg="del">
          <ac:chgData name="Nicholas Aaron Clemett" userId="184f1440-b1a5-4a11-afd7-3d264db8bc34" providerId="ADAL" clId="{54CA3AB3-FD4B-43CA-917D-B96EB582D443}" dt="2025-07-09T06:56:10.901" v="1931" actId="478"/>
          <ac:picMkLst>
            <pc:docMk/>
            <pc:sldMk cId="1278452748" sldId="341"/>
            <ac:picMk id="19" creationId="{3D80C73E-C3DE-196B-9979-79D04E197F79}"/>
          </ac:picMkLst>
        </pc:picChg>
        <pc:picChg chg="del">
          <ac:chgData name="Nicholas Aaron Clemett" userId="184f1440-b1a5-4a11-afd7-3d264db8bc34" providerId="ADAL" clId="{54CA3AB3-FD4B-43CA-917D-B96EB582D443}" dt="2025-07-09T06:56:11.572" v="1932" actId="478"/>
          <ac:picMkLst>
            <pc:docMk/>
            <pc:sldMk cId="1278452748" sldId="341"/>
            <ac:picMk id="21" creationId="{5027676F-DEEC-1D09-DBCB-9DF554AE71CE}"/>
          </ac:picMkLst>
        </pc:picChg>
        <pc:picChg chg="del">
          <ac:chgData name="Nicholas Aaron Clemett" userId="184f1440-b1a5-4a11-afd7-3d264db8bc34" providerId="ADAL" clId="{54CA3AB3-FD4B-43CA-917D-B96EB582D443}" dt="2025-07-09T06:56:12.037" v="1933" actId="478"/>
          <ac:picMkLst>
            <pc:docMk/>
            <pc:sldMk cId="1278452748" sldId="341"/>
            <ac:picMk id="23" creationId="{516DD35E-F501-DE62-B0D2-AA52CACB36E0}"/>
          </ac:picMkLst>
        </pc:picChg>
      </pc:sldChg>
      <pc:sldChg chg="addSp delSp modSp new mod">
        <pc:chgData name="Nicholas Aaron Clemett" userId="184f1440-b1a5-4a11-afd7-3d264db8bc34" providerId="ADAL" clId="{54CA3AB3-FD4B-43CA-917D-B96EB582D443}" dt="2025-07-09T07:56:33.944" v="2485" actId="20577"/>
        <pc:sldMkLst>
          <pc:docMk/>
          <pc:sldMk cId="860976946" sldId="342"/>
        </pc:sldMkLst>
        <pc:spChg chg="del">
          <ac:chgData name="Nicholas Aaron Clemett" userId="184f1440-b1a5-4a11-afd7-3d264db8bc34" providerId="ADAL" clId="{54CA3AB3-FD4B-43CA-917D-B96EB582D443}" dt="2025-07-09T07:43:09.308" v="2467" actId="478"/>
          <ac:spMkLst>
            <pc:docMk/>
            <pc:sldMk cId="860976946" sldId="342"/>
            <ac:spMk id="2" creationId="{03152D6C-0FF5-2DDB-C3B9-6F980031B69E}"/>
          </ac:spMkLst>
        </pc:spChg>
        <pc:spChg chg="del">
          <ac:chgData name="Nicholas Aaron Clemett" userId="184f1440-b1a5-4a11-afd7-3d264db8bc34" providerId="ADAL" clId="{54CA3AB3-FD4B-43CA-917D-B96EB582D443}" dt="2025-07-09T07:43:08.007" v="2466" actId="478"/>
          <ac:spMkLst>
            <pc:docMk/>
            <pc:sldMk cId="860976946" sldId="342"/>
            <ac:spMk id="3" creationId="{8178A515-071E-7A3B-F93D-C76E7996AE24}"/>
          </ac:spMkLst>
        </pc:spChg>
        <pc:spChg chg="add mod">
          <ac:chgData name="Nicholas Aaron Clemett" userId="184f1440-b1a5-4a11-afd7-3d264db8bc34" providerId="ADAL" clId="{54CA3AB3-FD4B-43CA-917D-B96EB582D443}" dt="2025-07-09T07:56:33.944" v="2485" actId="20577"/>
          <ac:spMkLst>
            <pc:docMk/>
            <pc:sldMk cId="860976946" sldId="342"/>
            <ac:spMk id="13" creationId="{2871DFC6-7A56-8D07-180B-1757AE25B06B}"/>
          </ac:spMkLst>
        </pc:spChg>
        <pc:picChg chg="add del">
          <ac:chgData name="Nicholas Aaron Clemett" userId="184f1440-b1a5-4a11-afd7-3d264db8bc34" providerId="ADAL" clId="{54CA3AB3-FD4B-43CA-917D-B96EB582D443}" dt="2025-07-09T07:43:25.896" v="2469" actId="478"/>
          <ac:picMkLst>
            <pc:docMk/>
            <pc:sldMk cId="860976946" sldId="342"/>
            <ac:picMk id="6" creationId="{47D9D7F1-2B84-F93B-8C40-4F2C8E416D92}"/>
          </ac:picMkLst>
        </pc:picChg>
        <pc:picChg chg="add del mod">
          <ac:chgData name="Nicholas Aaron Clemett" userId="184f1440-b1a5-4a11-afd7-3d264db8bc34" providerId="ADAL" clId="{54CA3AB3-FD4B-43CA-917D-B96EB582D443}" dt="2025-07-09T07:45:47.699" v="2472" actId="478"/>
          <ac:picMkLst>
            <pc:docMk/>
            <pc:sldMk cId="860976946" sldId="342"/>
            <ac:picMk id="8" creationId="{23FF9D79-5AB0-90F2-E656-B46966F721EE}"/>
          </ac:picMkLst>
        </pc:picChg>
        <pc:picChg chg="add mod">
          <ac:chgData name="Nicholas Aaron Clemett" userId="184f1440-b1a5-4a11-afd7-3d264db8bc34" providerId="ADAL" clId="{54CA3AB3-FD4B-43CA-917D-B96EB582D443}" dt="2025-07-09T07:55:17.174" v="2480" actId="1038"/>
          <ac:picMkLst>
            <pc:docMk/>
            <pc:sldMk cId="860976946" sldId="342"/>
            <ac:picMk id="10" creationId="{81768DCF-FC16-801A-0439-1F2DE0A12814}"/>
          </ac:picMkLst>
        </pc:picChg>
        <pc:picChg chg="add mod">
          <ac:chgData name="Nicholas Aaron Clemett" userId="184f1440-b1a5-4a11-afd7-3d264db8bc34" providerId="ADAL" clId="{54CA3AB3-FD4B-43CA-917D-B96EB582D443}" dt="2025-07-09T07:55:14.974" v="2476" actId="1076"/>
          <ac:picMkLst>
            <pc:docMk/>
            <pc:sldMk cId="860976946" sldId="342"/>
            <ac:picMk id="12" creationId="{DACE0BF0-9E27-8D35-62EF-D3DC17B3D479}"/>
          </ac:picMkLst>
        </pc:picChg>
      </pc:sldChg>
      <pc:sldChg chg="modSp add mod">
        <pc:chgData name="Nicholas Aaron Clemett" userId="184f1440-b1a5-4a11-afd7-3d264db8bc34" providerId="ADAL" clId="{54CA3AB3-FD4B-43CA-917D-B96EB582D443}" dt="2025-07-09T11:59:32.312" v="3238" actId="20577"/>
        <pc:sldMkLst>
          <pc:docMk/>
          <pc:sldMk cId="454676830" sldId="343"/>
        </pc:sldMkLst>
        <pc:spChg chg="mod">
          <ac:chgData name="Nicholas Aaron Clemett" userId="184f1440-b1a5-4a11-afd7-3d264db8bc34" providerId="ADAL" clId="{54CA3AB3-FD4B-43CA-917D-B96EB582D443}" dt="2025-07-09T11:59:32.312" v="3238" actId="20577"/>
          <ac:spMkLst>
            <pc:docMk/>
            <pc:sldMk cId="454676830" sldId="343"/>
            <ac:spMk id="4" creationId="{C15F4E7E-C027-957D-88DB-C243982A3035}"/>
          </ac:spMkLst>
        </pc:spChg>
      </pc:sldChg>
      <pc:sldChg chg="modSp add mod">
        <pc:chgData name="Nicholas Aaron Clemett" userId="184f1440-b1a5-4a11-afd7-3d264db8bc34" providerId="ADAL" clId="{54CA3AB3-FD4B-43CA-917D-B96EB582D443}" dt="2025-07-09T12:54:43.782" v="4804" actId="20577"/>
        <pc:sldMkLst>
          <pc:docMk/>
          <pc:sldMk cId="2100042806" sldId="344"/>
        </pc:sldMkLst>
        <pc:spChg chg="mod">
          <ac:chgData name="Nicholas Aaron Clemett" userId="184f1440-b1a5-4a11-afd7-3d264db8bc34" providerId="ADAL" clId="{54CA3AB3-FD4B-43CA-917D-B96EB582D443}" dt="2025-07-09T12:54:43.782" v="4804" actId="20577"/>
          <ac:spMkLst>
            <pc:docMk/>
            <pc:sldMk cId="2100042806" sldId="344"/>
            <ac:spMk id="4" creationId="{3EF1C8B3-3942-5C1D-9C91-30447112E7BB}"/>
          </ac:spMkLst>
        </pc:spChg>
      </pc:sldChg>
      <pc:sldChg chg="modSp add mod">
        <pc:chgData name="Nicholas Aaron Clemett" userId="184f1440-b1a5-4a11-afd7-3d264db8bc34" providerId="ADAL" clId="{54CA3AB3-FD4B-43CA-917D-B96EB582D443}" dt="2025-07-09T11:59:00.834" v="3206" actId="20577"/>
        <pc:sldMkLst>
          <pc:docMk/>
          <pc:sldMk cId="847381423" sldId="345"/>
        </pc:sldMkLst>
        <pc:spChg chg="mod">
          <ac:chgData name="Nicholas Aaron Clemett" userId="184f1440-b1a5-4a11-afd7-3d264db8bc34" providerId="ADAL" clId="{54CA3AB3-FD4B-43CA-917D-B96EB582D443}" dt="2025-07-09T11:59:00.834" v="3206" actId="20577"/>
          <ac:spMkLst>
            <pc:docMk/>
            <pc:sldMk cId="847381423" sldId="345"/>
            <ac:spMk id="4" creationId="{398F5396-93A7-160C-3149-3D485BB7B578}"/>
          </ac:spMkLst>
        </pc:spChg>
      </pc:sldChg>
      <pc:sldChg chg="addSp delSp modSp new mod">
        <pc:chgData name="Nicholas Aaron Clemett" userId="184f1440-b1a5-4a11-afd7-3d264db8bc34" providerId="ADAL" clId="{54CA3AB3-FD4B-43CA-917D-B96EB582D443}" dt="2025-07-09T12:26:03.759" v="3457" actId="1038"/>
        <pc:sldMkLst>
          <pc:docMk/>
          <pc:sldMk cId="989364642" sldId="346"/>
        </pc:sldMkLst>
        <pc:spChg chg="del">
          <ac:chgData name="Nicholas Aaron Clemett" userId="184f1440-b1a5-4a11-afd7-3d264db8bc34" providerId="ADAL" clId="{54CA3AB3-FD4B-43CA-917D-B96EB582D443}" dt="2025-07-09T11:59:41.587" v="3241" actId="478"/>
          <ac:spMkLst>
            <pc:docMk/>
            <pc:sldMk cId="989364642" sldId="346"/>
            <ac:spMk id="2" creationId="{49204027-C490-4212-B909-399A742AECBD}"/>
          </ac:spMkLst>
        </pc:spChg>
        <pc:spChg chg="del">
          <ac:chgData name="Nicholas Aaron Clemett" userId="184f1440-b1a5-4a11-afd7-3d264db8bc34" providerId="ADAL" clId="{54CA3AB3-FD4B-43CA-917D-B96EB582D443}" dt="2025-07-09T11:59:40.282" v="3240" actId="478"/>
          <ac:spMkLst>
            <pc:docMk/>
            <pc:sldMk cId="989364642" sldId="346"/>
            <ac:spMk id="3" creationId="{193938FC-446F-B4C2-F4ED-4E5FA3EAFDF8}"/>
          </ac:spMkLst>
        </pc:spChg>
        <pc:spChg chg="mod">
          <ac:chgData name="Nicholas Aaron Clemett" userId="184f1440-b1a5-4a11-afd7-3d264db8bc34" providerId="ADAL" clId="{54CA3AB3-FD4B-43CA-917D-B96EB582D443}" dt="2025-07-09T11:59:49.714" v="3244"/>
          <ac:spMkLst>
            <pc:docMk/>
            <pc:sldMk cId="989364642" sldId="346"/>
            <ac:spMk id="4" creationId="{3C49F7EC-B8FA-A3D3-1292-F809509E0358}"/>
          </ac:spMkLst>
        </pc:spChg>
        <pc:spChg chg="add mod">
          <ac:chgData name="Nicholas Aaron Clemett" userId="184f1440-b1a5-4a11-afd7-3d264db8bc34" providerId="ADAL" clId="{54CA3AB3-FD4B-43CA-917D-B96EB582D443}" dt="2025-07-09T12:25:17.665" v="3443" actId="164"/>
          <ac:spMkLst>
            <pc:docMk/>
            <pc:sldMk cId="989364642" sldId="346"/>
            <ac:spMk id="6" creationId="{A04C31CC-EEF5-C312-57F2-586EE6DE86EE}"/>
          </ac:spMkLst>
        </pc:spChg>
        <pc:spChg chg="add mod">
          <ac:chgData name="Nicholas Aaron Clemett" userId="184f1440-b1a5-4a11-afd7-3d264db8bc34" providerId="ADAL" clId="{54CA3AB3-FD4B-43CA-917D-B96EB582D443}" dt="2025-07-09T12:25:17.665" v="3443" actId="164"/>
          <ac:spMkLst>
            <pc:docMk/>
            <pc:sldMk cId="989364642" sldId="346"/>
            <ac:spMk id="7" creationId="{8B481F79-468B-7EAC-9C78-E51A478EC0BE}"/>
          </ac:spMkLst>
        </pc:spChg>
        <pc:spChg chg="add mod">
          <ac:chgData name="Nicholas Aaron Clemett" userId="184f1440-b1a5-4a11-afd7-3d264db8bc34" providerId="ADAL" clId="{54CA3AB3-FD4B-43CA-917D-B96EB582D443}" dt="2025-07-09T12:25:17.665" v="3443" actId="164"/>
          <ac:spMkLst>
            <pc:docMk/>
            <pc:sldMk cId="989364642" sldId="346"/>
            <ac:spMk id="8" creationId="{B74C8792-F656-0F66-4532-08B3D827FB8D}"/>
          </ac:spMkLst>
        </pc:spChg>
        <pc:spChg chg="add mod">
          <ac:chgData name="Nicholas Aaron Clemett" userId="184f1440-b1a5-4a11-afd7-3d264db8bc34" providerId="ADAL" clId="{54CA3AB3-FD4B-43CA-917D-B96EB582D443}" dt="2025-07-09T12:25:17.665" v="3443" actId="164"/>
          <ac:spMkLst>
            <pc:docMk/>
            <pc:sldMk cId="989364642" sldId="346"/>
            <ac:spMk id="9" creationId="{C5E437E0-C93F-6E0F-6D89-F2AC8AF234D2}"/>
          </ac:spMkLst>
        </pc:spChg>
        <pc:spChg chg="add mod">
          <ac:chgData name="Nicholas Aaron Clemett" userId="184f1440-b1a5-4a11-afd7-3d264db8bc34" providerId="ADAL" clId="{54CA3AB3-FD4B-43CA-917D-B96EB582D443}" dt="2025-07-09T12:26:03.759" v="3457" actId="1038"/>
          <ac:spMkLst>
            <pc:docMk/>
            <pc:sldMk cId="989364642" sldId="346"/>
            <ac:spMk id="12" creationId="{FEA21FFE-3210-3686-3D20-71C4EB4B322C}"/>
          </ac:spMkLst>
        </pc:spChg>
        <pc:spChg chg="add mod">
          <ac:chgData name="Nicholas Aaron Clemett" userId="184f1440-b1a5-4a11-afd7-3d264db8bc34" providerId="ADAL" clId="{54CA3AB3-FD4B-43CA-917D-B96EB582D443}" dt="2025-07-09T12:26:03.759" v="3457" actId="1038"/>
          <ac:spMkLst>
            <pc:docMk/>
            <pc:sldMk cId="989364642" sldId="346"/>
            <ac:spMk id="14" creationId="{202DC549-C20B-3EEA-4AC0-0E81D95B2207}"/>
          </ac:spMkLst>
        </pc:spChg>
        <pc:spChg chg="add mod">
          <ac:chgData name="Nicholas Aaron Clemett" userId="184f1440-b1a5-4a11-afd7-3d264db8bc34" providerId="ADAL" clId="{54CA3AB3-FD4B-43CA-917D-B96EB582D443}" dt="2025-07-09T12:26:03.759" v="3457" actId="1038"/>
          <ac:spMkLst>
            <pc:docMk/>
            <pc:sldMk cId="989364642" sldId="346"/>
            <ac:spMk id="15" creationId="{2B6B4849-9B1E-FBA8-2CE4-A7F6AA87CC13}"/>
          </ac:spMkLst>
        </pc:spChg>
        <pc:spChg chg="add mod">
          <ac:chgData name="Nicholas Aaron Clemett" userId="184f1440-b1a5-4a11-afd7-3d264db8bc34" providerId="ADAL" clId="{54CA3AB3-FD4B-43CA-917D-B96EB582D443}" dt="2025-07-09T12:26:03.759" v="3457" actId="1038"/>
          <ac:spMkLst>
            <pc:docMk/>
            <pc:sldMk cId="989364642" sldId="346"/>
            <ac:spMk id="16" creationId="{1BB49D80-9AF1-5985-736B-42AF4C93206D}"/>
          </ac:spMkLst>
        </pc:spChg>
        <pc:grpChg chg="add mod">
          <ac:chgData name="Nicholas Aaron Clemett" userId="184f1440-b1a5-4a11-afd7-3d264db8bc34" providerId="ADAL" clId="{54CA3AB3-FD4B-43CA-917D-B96EB582D443}" dt="2025-07-09T12:26:03.759" v="3457" actId="1038"/>
          <ac:grpSpMkLst>
            <pc:docMk/>
            <pc:sldMk cId="989364642" sldId="346"/>
            <ac:grpSpMk id="17" creationId="{A81AE255-3D68-1566-70B2-3ED35505B141}"/>
          </ac:grpSpMkLst>
        </pc:grpChg>
        <pc:graphicFrameChg chg="add del mod">
          <ac:chgData name="Nicholas Aaron Clemett" userId="184f1440-b1a5-4a11-afd7-3d264db8bc34" providerId="ADAL" clId="{54CA3AB3-FD4B-43CA-917D-B96EB582D443}" dt="2025-07-09T12:18:00.719" v="3279" actId="478"/>
          <ac:graphicFrameMkLst>
            <pc:docMk/>
            <pc:sldMk cId="989364642" sldId="346"/>
            <ac:graphicFrameMk id="10" creationId="{9DF8B8A8-E048-63F9-46FC-85ED84220379}"/>
          </ac:graphicFrameMkLst>
        </pc:graphicFrameChg>
        <pc:graphicFrameChg chg="add mod modGraphic">
          <ac:chgData name="Nicholas Aaron Clemett" userId="184f1440-b1a5-4a11-afd7-3d264db8bc34" providerId="ADAL" clId="{54CA3AB3-FD4B-43CA-917D-B96EB582D443}" dt="2025-07-09T12:26:03.759" v="3457" actId="1038"/>
          <ac:graphicFrameMkLst>
            <pc:docMk/>
            <pc:sldMk cId="989364642" sldId="346"/>
            <ac:graphicFrameMk id="13" creationId="{C32E94CA-409E-D049-73F1-9940B4F376E5}"/>
          </ac:graphicFrameMkLst>
        </pc:graphicFrameChg>
        <pc:picChg chg="add mod">
          <ac:chgData name="Nicholas Aaron Clemett" userId="184f1440-b1a5-4a11-afd7-3d264db8bc34" providerId="ADAL" clId="{54CA3AB3-FD4B-43CA-917D-B96EB582D443}" dt="2025-07-09T12:25:17.665" v="3443" actId="164"/>
          <ac:picMkLst>
            <pc:docMk/>
            <pc:sldMk cId="989364642" sldId="346"/>
            <ac:picMk id="5" creationId="{05FA959F-5640-94BA-74D4-3D3D2A1384D4}"/>
          </ac:picMkLst>
        </pc:picChg>
        <pc:picChg chg="add mod">
          <ac:chgData name="Nicholas Aaron Clemett" userId="184f1440-b1a5-4a11-afd7-3d264db8bc34" providerId="ADAL" clId="{54CA3AB3-FD4B-43CA-917D-B96EB582D443}" dt="2025-07-09T12:26:03.759" v="3457" actId="1038"/>
          <ac:picMkLst>
            <pc:docMk/>
            <pc:sldMk cId="989364642" sldId="346"/>
            <ac:picMk id="11" creationId="{2C7D07A7-5B0A-A59F-C8AF-9D761BA13039}"/>
          </ac:picMkLst>
        </pc:picChg>
      </pc:sldChg>
      <pc:sldChg chg="addSp delSp modSp new mod">
        <pc:chgData name="Nicholas Aaron Clemett" userId="184f1440-b1a5-4a11-afd7-3d264db8bc34" providerId="ADAL" clId="{54CA3AB3-FD4B-43CA-917D-B96EB582D443}" dt="2025-07-09T12:56:32.083" v="4831" actId="20577"/>
        <pc:sldMkLst>
          <pc:docMk/>
          <pc:sldMk cId="572280466" sldId="347"/>
        </pc:sldMkLst>
        <pc:spChg chg="add del">
          <ac:chgData name="Nicholas Aaron Clemett" userId="184f1440-b1a5-4a11-afd7-3d264db8bc34" providerId="ADAL" clId="{54CA3AB3-FD4B-43CA-917D-B96EB582D443}" dt="2025-07-09T12:34:44.932" v="3464" actId="478"/>
          <ac:spMkLst>
            <pc:docMk/>
            <pc:sldMk cId="572280466" sldId="347"/>
            <ac:spMk id="2" creationId="{FA2E3540-273A-E0B6-7C59-3167A2C69D1E}"/>
          </ac:spMkLst>
        </pc:spChg>
        <pc:spChg chg="add del mod">
          <ac:chgData name="Nicholas Aaron Clemett" userId="184f1440-b1a5-4a11-afd7-3d264db8bc34" providerId="ADAL" clId="{54CA3AB3-FD4B-43CA-917D-B96EB582D443}" dt="2025-07-09T12:54:14.486" v="4777" actId="20577"/>
          <ac:spMkLst>
            <pc:docMk/>
            <pc:sldMk cId="572280466" sldId="347"/>
            <ac:spMk id="3" creationId="{5889D15E-4694-F3C8-9B49-A73D82BD4273}"/>
          </ac:spMkLst>
        </pc:spChg>
        <pc:spChg chg="mod">
          <ac:chgData name="Nicholas Aaron Clemett" userId="184f1440-b1a5-4a11-afd7-3d264db8bc34" providerId="ADAL" clId="{54CA3AB3-FD4B-43CA-917D-B96EB582D443}" dt="2025-07-09T12:56:32.083" v="4831" actId="20577"/>
          <ac:spMkLst>
            <pc:docMk/>
            <pc:sldMk cId="572280466" sldId="347"/>
            <ac:spMk id="4" creationId="{CCA6D6F6-C66A-8CF8-7A16-100E42B26063}"/>
          </ac:spMkLst>
        </pc:spChg>
        <pc:spChg chg="add mod">
          <ac:chgData name="Nicholas Aaron Clemett" userId="184f1440-b1a5-4a11-afd7-3d264db8bc34" providerId="ADAL" clId="{54CA3AB3-FD4B-43CA-917D-B96EB582D443}" dt="2025-07-09T12:42:11.596" v="3823" actId="33524"/>
          <ac:spMkLst>
            <pc:docMk/>
            <pc:sldMk cId="572280466" sldId="347"/>
            <ac:spMk id="5" creationId="{6ED001D1-3F7A-1964-494C-61720725551A}"/>
          </ac:spMkLst>
        </pc:spChg>
        <pc:spChg chg="add del mod">
          <ac:chgData name="Nicholas Aaron Clemett" userId="184f1440-b1a5-4a11-afd7-3d264db8bc34" providerId="ADAL" clId="{54CA3AB3-FD4B-43CA-917D-B96EB582D443}" dt="2025-07-09T12:50:35.785" v="4363" actId="478"/>
          <ac:spMkLst>
            <pc:docMk/>
            <pc:sldMk cId="572280466" sldId="347"/>
            <ac:spMk id="8" creationId="{02947163-2C17-4829-8B18-067D1C2FFFDB}"/>
          </ac:spMkLst>
        </pc:spChg>
        <pc:spChg chg="add mod">
          <ac:chgData name="Nicholas Aaron Clemett" userId="184f1440-b1a5-4a11-afd7-3d264db8bc34" providerId="ADAL" clId="{54CA3AB3-FD4B-43CA-917D-B96EB582D443}" dt="2025-07-09T12:54:55.037" v="4805" actId="14100"/>
          <ac:spMkLst>
            <pc:docMk/>
            <pc:sldMk cId="572280466" sldId="347"/>
            <ac:spMk id="9" creationId="{62780036-EF41-6B24-367E-252FB1BF552E}"/>
          </ac:spMkLst>
        </pc:spChg>
        <pc:picChg chg="add mod">
          <ac:chgData name="Nicholas Aaron Clemett" userId="184f1440-b1a5-4a11-afd7-3d264db8bc34" providerId="ADAL" clId="{54CA3AB3-FD4B-43CA-917D-B96EB582D443}" dt="2025-07-09T12:55:01.946" v="4808" actId="1076"/>
          <ac:picMkLst>
            <pc:docMk/>
            <pc:sldMk cId="572280466" sldId="347"/>
            <ac:picMk id="7" creationId="{9BA5F3B2-7ECD-07F4-5A6E-8E867D743AD2}"/>
          </ac:picMkLst>
        </pc:picChg>
      </pc:sldChg>
      <pc:sldChg chg="delSp modSp new mod">
        <pc:chgData name="Nicholas Aaron Clemett" userId="184f1440-b1a5-4a11-afd7-3d264db8bc34" providerId="ADAL" clId="{54CA3AB3-FD4B-43CA-917D-B96EB582D443}" dt="2025-07-10T05:02:06.423" v="5568" actId="14100"/>
        <pc:sldMkLst>
          <pc:docMk/>
          <pc:sldMk cId="407769037" sldId="348"/>
        </pc:sldMkLst>
        <pc:spChg chg="del">
          <ac:chgData name="Nicholas Aaron Clemett" userId="184f1440-b1a5-4a11-afd7-3d264db8bc34" providerId="ADAL" clId="{54CA3AB3-FD4B-43CA-917D-B96EB582D443}" dt="2025-07-09T12:56:58.341" v="4841" actId="478"/>
          <ac:spMkLst>
            <pc:docMk/>
            <pc:sldMk cId="407769037" sldId="348"/>
            <ac:spMk id="2" creationId="{0BB547FB-8D45-FF29-C079-94DD8DBCFC5F}"/>
          </ac:spMkLst>
        </pc:spChg>
        <pc:spChg chg="mod">
          <ac:chgData name="Nicholas Aaron Clemett" userId="184f1440-b1a5-4a11-afd7-3d264db8bc34" providerId="ADAL" clId="{54CA3AB3-FD4B-43CA-917D-B96EB582D443}" dt="2025-07-10T05:02:06.423" v="5568" actId="14100"/>
          <ac:spMkLst>
            <pc:docMk/>
            <pc:sldMk cId="407769037" sldId="348"/>
            <ac:spMk id="3" creationId="{41DB09D4-C08A-73AA-EE18-7D579317D2DF}"/>
          </ac:spMkLst>
        </pc:spChg>
        <pc:spChg chg="mod">
          <ac:chgData name="Nicholas Aaron Clemett" userId="184f1440-b1a5-4a11-afd7-3d264db8bc34" providerId="ADAL" clId="{54CA3AB3-FD4B-43CA-917D-B96EB582D443}" dt="2025-07-09T13:04:07.340" v="5292" actId="20577"/>
          <ac:spMkLst>
            <pc:docMk/>
            <pc:sldMk cId="407769037" sldId="348"/>
            <ac:spMk id="4" creationId="{2BF73E44-76D5-1F03-BE7E-D569707B0E25}"/>
          </ac:spMkLst>
        </pc:spChg>
      </pc:sldChg>
      <pc:sldMasterChg chg="modSp mod">
        <pc:chgData name="Nicholas Aaron Clemett" userId="184f1440-b1a5-4a11-afd7-3d264db8bc34" providerId="ADAL" clId="{54CA3AB3-FD4B-43CA-917D-B96EB582D443}" dt="2025-07-09T05:03:57.986" v="278" actId="20577"/>
        <pc:sldMasterMkLst>
          <pc:docMk/>
          <pc:sldMasterMk cId="0" sldId="2147483648"/>
        </pc:sldMasterMkLst>
        <pc:spChg chg="mod">
          <ac:chgData name="Nicholas Aaron Clemett" userId="184f1440-b1a5-4a11-afd7-3d264db8bc34" providerId="ADAL" clId="{54CA3AB3-FD4B-43CA-917D-B96EB582D443}" dt="2025-07-09T05:03:57.986" v="278" actId="20577"/>
          <ac:spMkLst>
            <pc:docMk/>
            <pc:sldMasterMk cId="0" sldId="2147483648"/>
            <ac:spMk id="15" creationId="{76FED74E-6A41-22E9-9385-D7EF2854587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0A3966-C9DD-4B3B-880C-4FE8DCE50841}" type="datetimeFigureOut">
              <a:rPr lang="de-DE"/>
              <a:pPr>
                <a:defRPr/>
              </a:pPr>
              <a:t>09.07.2025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AF7639-78D4-40B5-9FD0-31ADF45C8B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1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5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860 1 776,'-9'0'4752,"9"0"-4616,5 9 3697,2 5-2936,-6-13-800,-1-1-1,0 1 1,1 0-1,-1 0 1,0 0-1,0 0 1,0 0-1,0 0 1,0 0-1,0-1 1,0 1-1,0 0 1,0 0-1,0 0 1,0 0-1,-1 0 1,1 0-1,0 0 1,-1-1-1,1 1 1,-1 0 0,1 0-1,-1 0 1,0 0-1,-19 12 707,18-12-740,-1 0 1,1 0 0,0 1 0,-1-1 0,1 1-1,0-1 1,0 1 0,0 0 0,0 0-1,0 0 1,-1 2 0,1-2-6,1-1 0,0 1 0,-1-1 0,1 0 0,0 1 0,-1-1 0,0 0 0,1 0 0,-4 1 0,-12 10 186,2 3-166,12-13-21,1 1-1,-1-1 0,0 1 0,1-1 0,0 1 0,-1 0 1,1 0-1,1 0 0,-1 0 0,0 1 0,-1 4 0,1-3 33,0 0 0,0 0 0,-1 0 1,0 0-1,0-1 0,-3 5 0,-10 16 81,13-20-149,0 0-1,0-1 1,-1 1 0,1-1-1,-1 0 1,-5 3 0,-17 23 51,13-11-52,-1 0 0,-2-1 0,1-1 0,-22 18 0,29-28-14,-4 7 6,0 1 1,0 0-1,2 1 0,0 0 1,-11 23-1,10-18-2,-1 0 0,-24 32 0,-47 59 24,44-57-19,23-35-4,12-16-5,0 1 0,0 0-1,0 1 1,1-1-1,0 1 1,0-1-1,-3 9 1,3-8 0,1-1 0,-1 0 0,0 0 0,-1-1 0,1 1 0,-1-1 0,0 1 0,0-1 0,-7 5 0,-17 21 21,18-19-14,1 0 0,-2 0 0,-10 8 0,12-12 3,1 0 1,1 0 0,-1 1 0,1 0 0,1 1 0,-1-1 0,-7 15-1,-6 11 98,15-26-98,0-1 1,0 1-1,-5 14 0,6-14 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09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20 2825,'-2'-19'5446,"2"27"-2596,-1-1-2582,0-1 1,0 0-1,0 1 1,-2 6-1,1-7-160,0 1 0,1 0 0,0-1 0,0 9 0,1 24 146,-3 75 51,3-59-188,1-42-51,0 1 0,-3 21-1,-3-3 109,-2 9-52,2 1 1,2 0 0,3 49-1,4 236 371,7-63-346,-6-186-116,20 199 182,3 56-35,-17-172-131,1 107 77,-13-132-60,21 178 0,-5-75 50,-5-56-46,-6-152-53,-2-1-1,-1 1 1,-1-1-1,-2 1 1,-8 47-1,-15-1-906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6 118 1456,'-5'-13'6396,"5"13"-6360,1-1-1,-1 1 0,1-1 1,0 1-1,-1 0 0,1-1 0,0 1 1,-1 0-1,1-1 0,0 1 1,-1 0-1,1 0 0,0 0 1,0 0-1,-1 0 0,1 0 1,0-1-1,-1 2 0,3-1 0,21 0 701,-16 0-337,122-10 1425,-21 0-1476,200-11-20,-285 19-286,137-15 144,43-3-92,-102 11-56,51-3 12,223 21-74,-297-10 13,32 2-9,290 12 11,-99-3 1,-65 1-23,-154-14 30,5 0-38,-48 0 37,-33 2 0,-1 0-1,0 0 1,1 1-1,-1 0 0,12 1 1,-17-1-3,1 1 1,0 0-1,-1 0 1,1 0 0,-1 0-1,1 0 1,-1 0-1,1 1 1,-1-1 0,0 0-1,0 1 1,1-1-1,-1 1 1,0-1 0,1 3-1,13 27-61,-14-27 60,1 5 3,0 1-1,0-1 1,-1 0-1,0 1 1,-1-1 0,0 1-1,-1 9 1,0 15-11,3 190-39,9 178 83,4-208 204,8 214-13,-29-81-165,0 75 24,9 118 56,-6-364-40,4 134 104,36-45-43,-27-191-121,-1 7-53,-8-35-5988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3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4329,'0'7'847,"1"1"-1,0-1 1,1 1-1,3 10 1,4 24 220,-2 43-511,44 672 1544,-44-242-1662,-11-181-225,5 118 63,7-276-192,10 99 343,0-16-44,-14-169-183,7 22-86,2 32-395,-11-126-913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4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2897,'8'-5'6315,"-7"5"-6157,9 13 1675,3 20-1818,-5 6 7,-2 0 0,2 48 0,-6 83 54,-2-73 82,1 62 178,8 262 330,0-137-22,-1-1-309,12 473 473,-18-515-609,-1-158-161,0 43 159,21 155 0,11-123-1536,-31-154 100,0-3 433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5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3050 95 2465,'-11'-6'3658,"-14"0"-2587,12 3-601,-4-1-126,0 2 0,0 0 0,0 1 0,0 1 0,-26 2 0,-7 0 94,-1143-62 2671,888 46-2940,247 13-153,-257 5 89,144 1 21,121-4-78,1 2-1,-1 2 1,-68 17 0,83-14-12,-1-2 1,-56 2-1,-73-7 47,77-2-19,84 1-83,-50-3-512,20-7-4534,28 7 3768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7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2921 128 1864,'-10'-2'941,"1"-1"-1,-1-1 0,-13-6 1,-13-5 576,24 12-1018,1 1-1,0 0 1,-1 1 0,1 1-1,-17 1 1,-7-1-134,-276-12 1715,-397-26-1,467 16-1636,-246 8 0,391 17-340,-286 20 116,178-11-79,39-5-48,58 7-7185,96-12 5721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8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838 1 1944,'-12'8'6136,"11"-6"-5933,0 1 0,0 0 0,-1-1 0,0 1-1,1-1 1,-1 0 0,0 1 0,0-1 0,-5 4-1,-6 8 90,-31 46 619,-43 63-301,-14 13-238,67-94-99,-40 63 0,25-17-87,33-54-114,-2-2 0,-1 0 0,-2-2 0,-39 47 1,33-51-25,-7 9 136,-61 77 0,79-88-117,-45 70 223,55-84-270,0 1 0,2 0 0,-1 0-1,1 0 1,1 1 0,0-1 0,-2 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19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4601,'8'-8'2483,"-4"8"-2248,0 1 0,-1-1 0,1 1 0,0-1 0,-1 1 0,1 0 0,-1 1 0,1-1 0,-1 1 0,0-1 0,0 1 0,0 0 0,0 0 0,0 0 0,0 1 0,4 3 0,6 7-335,22 27-1,-30-34 236,185 209 589,-41-44-642,-53-65 93,-62-72 44,45 60 0,-33-28-84,69 91 155,-23-57-76,-89-96-458,0-1 1,0 0 0,0 0-1,1-1 1,-1 1-1,1-1 1,0 1 0,0-1-1,7 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0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897 0 2152,'15'8'4867,"-31"11"-2689,-19 13-1315,-2-2 1,-48 31-1,51-39-607,2 2 0,0 1 0,-52 54 0,55-46-151,3-1 108,-1-2 1,-2 0-1,-52 41 1,63-57-188,1 0 1,1 1-1,0 0 0,-23 30 1,-42 77 131,69-103-119,-127 186 835,129-194-829,8-9-184,0-1 1,1 1 0,-1 0-1,0 0 1,1 0-1,0 0 1,-1 0-1,1 0 1,-1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1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1688,'7'4'594,"0"0"0,-1 0-1,1-1 1,0 0-1,1-1 1,7 3 0,20 8 653,-12-2-1042,-1 2 0,0 0 1,21 18-1,57 54 666,-74-61-559,-2 2-1,31 43 1,-33-40-239,0-1 1,39 35-1,155 139 32,-153-133 194,84 120 0,-143-184-300,1 1-1,0-1 1,0 0 0,9 6 0,1 1-3096,-11-11 1992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866 9 3769,'6'-8'6085,"-9"31"-4711,-5-7-1057,-1 0 1,0 0-1,-1-1 1,-1 0 0,0-1-1,-26 25 1,-23 31-82,37-38-73,-1-1 0,-2-1 0,0-1 0,-39 31 0,-25 25 155,67-61-239,-1-2-1,-47 37 0,-167 98 686,223-146-761,1 1-1,0 0 0,0 1 0,1 0 0,-16 22 1,29-34-85,0-1 0,-1 0 1,1 0-1,0 0 0,0 0 1,-1 1-1,1-1 0,0 0 0,0 0 1,-1 0-1,1 1 0,0-1 1,0 0-1,0 0 0,0 1 1,-1-1-1,1 0 0,0 0 0,0 1 1,0-1-1,0 0 0,0 1 1,0-1-1,0 0 0,0 1 1,0-1-1,0 0 0,0 0 0,0 1 1,0-1-1,0 0 0,0 1 1,0-1-1,0 0 0,0 0 1,0 1-1,0-1 0,1 0 1,-1 1-1,0-1 0,0 0 0,0 0 1,0 1-1,1-1 0,-1 0 1,0 0-1,0 0 0,1 1 1,-1-1-1,5 0-960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24 1520,'0'0'45,"-1"-1"0,1 1 0,0-1 0,-1 1-1,1-1 1,0 1 0,-1-1 0,1 1 0,0-1 0,0 0-1,0 1 1,-1-1 0,1 0 0,0 1 0,0-1 0,0 0-1,0 1 1,0-1 0,0 0 0,0 1 0,0-1 0,1 0-1,-1 1 1,0-1 0,0 1 0,0-1 0,1 0 0,-1 1-1,0-1 1,1 0 0,1 0 200,0 0 0,-1 1 0,1-1 0,0 1 0,0-1 0,0 1 0,0 0 0,-1 0-1,1 0 1,0 0 0,2 0 0,0 0-135,-1 1 0,0-1 1,1 1-1,-1 0 0,0 0 0,0 0 0,0 1 0,0-1 0,0 1 0,4 3 0,33 25 496,-13-10 24,6 3-100,179 125 954,-153-103-1259,79 79 0,-102-91 6,2-1 1,60 37 0,-19-13-117,-40-28 77,-2 1 0,0 2 0,59 67-1,-65-60-75,51 49 0,-68-78-871,-4-6-2920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59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 1864,'-3'0'-72,"2"-2"64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5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13 1744,'48'-1'8767,"-59"-2"-8120,0 0 0,0 1 0,-14-1 0,-22 6 57,0 2 1,0 2-1,-62 18 1,-53 8-141,121-27-416,-6 1 196,-63 1 0,132-18-1136,-10 4 238,2 0-832,1-1-1,21-15 1,-10 4-4726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0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11 3241,'-9'-4'5917,"8"3"-5730,-1 0 1,1 1-1,0-1 1,0 0-1,0 1 1,-1-1-1,1 1 1,0-1-1,-1 1 0,1 0 1,0-1-1,-1 1 1,1 0-1,-1 0 1,1 0-1,0 0 1,-3 1-1,-206 32 2076,16-3-1607,152-27-401,101-23-1651,-27 12-1753,-12 5 1894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33 1648,'2'0'346,"1"0"-1,0 0 0,0 0 0,-1-1 1,1 1-1,-1-1 0,1 1 0,0-1 1,2-1-1,-4 2-288,-1 0 1,0 0 0,1 0 0,-1-1-1,1 1 1,-1 0 0,0 0-1,1 0 1,-1 0 0,0-1-1,1 1 1,-1 0 0,0-1-1,1 1 1,-1 0 0,0 0-1,1-1 1,-1 1 0,0 0 0,0-1-1,1 1 1,-1-1 0,0 1-1,0 0 1,0-1 0,0 1-1,0-1 1,1 1 0,-1 0-1,0-1 1,0 1 0,0-1 0,0 1-1,0-1 1,0 1 0,0 0-1,0-1 1,-1 1 0,1-1-1,0 1 1,0 0 0,0-1-1,0 1 1,-1-1 0,1 1-1,0 0 1,0-1 0,0 1 0,-1 0-1,1-1 1,0 1 0,-1 0-1,1 0 1,0-1 0,-1 1-1,1 0 1,0 0 0,-1-1-1,1 1 1,-1 0 0,1 0 0,-1 0-1,-3-2 146,0 1 0,0 0 1,0 0-1,0 0 0,-1 0 0,1 1 0,0 0 0,0 0 0,0 0 0,-1 0 1,-4 2-1,-6-1 262,-92 0 873,-125 8 480,231-9-1734,-6 0-541,6-2-204,1 2 595,0 0 0,0 0 0,0 0 0,0-1 0,0 1 0,0 0 0,0 0 0,0 0 0,0 0 0,0-1 0,0 1 0,0 0 0,0 0 0,0 0 0,0 0 0,13-11-2260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2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0 2697,'-2'6'4227,"2"-6"-4133,-12 5 1820,-14 1-145,-46 5-55,-136 1 0,185-11-1588,-24-3 137,44 2-336,1-1-1,0 1 0,-1 0 0,1-1 0,0 1 0,0-1 0,0 0 0,0 0 1,0 1-1,-1-1 0,1-1 0,1 1 0,-1 0 0,0 0 0,0-1 0,0 1 1,1-1-1,-3-3 0,6-1-2463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5241,'4'5'5286,"-4"16"-3602,-6 13-2007,0 11 735,1 0 1,3 80-1,0-19-369,0 198 282,2-78 25,-3-95-54,-1 177 578,5-196-784,5 128 57,-12 53 27,-2-110 21,-3 128 133,10-227-233,6 162 242,0-82 115,1 0-109,0-120-251,-3-30-37,-1 0 0,0 16 1,-2-24-58,1 1 1,0-1 0,0 1-1,1-1 1,0 0 0,0 1-1,3 5 1,-3-4-279,-1 0 0,0 0-1,0 0 1,-1 15 0,0-21-345,3-19-3688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3521,'4'-1'691,"-1"-1"0,0 1-1,1 0 1,-1 0 0,1 0 0,4 0 0,15-5 229,10-8 244,-14 6-911,0 1 0,37-10 0,3 5 285,101-23 713,-124 26-1155,0 2 0,66-5-1,76 9 6,-91 2 26,231 4-78,-73 0-23,-157-7-6,17 0-24,330 34-36,-264-22 70,-52-4-44,-71-2 15,-21-1-9,0 1 0,0 1 0,28 7 0,59 14 22,-108-24-137,0 0 0,-1 0 0,1-1 1,0 1-1,8-3 0,13-1-3821,-18 3 1702,0-1 828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29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4313,'9'47'1954,"-7"-36"-1553,1 1-1,-2-1 1,1 1 0,-2-1-1,0 23 1,-12 173 1406,7-54-1500,-29 227-228,17-39 335,16-269-218,-16 455 1118,18-142-1131,0-248-99,4 74 57,1 72 346,-5-141-210,0-125-259,2-1 0,9 32 0,-4-16-42,-3-16-81,-4-12-568,1 0 0,-1 0 0,0 0 0,-1 0 0,1 0 0,-1 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30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6881,'3'1'127,"-1"1"-1,1 0 0,-1 0 1,0 0-1,0 0 0,0 0 0,0 1 1,0-1-1,0 0 0,-1 1 0,1-1 1,-1 1-1,0 0 0,0 0 0,0-1 1,0 1-1,0 0 0,0 4 0,3 9 403,2 31 0,-4 121-537,-2-37 167,9 38 722,4 140 109,-12-111-891,3 90 99,-1-138 320,5 90 181,9 130-477,-30 0 82,2-284-249,-3 39 6,6 26 129,-2 60-1716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3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5017,'0'-1'57,"1"1"-1,-1 0 1,0 0 0,1 0-1,-1-1 1,0 1-1,1 0 1,-1 0 0,0 0-1,1 0 1,-1 0 0,1 0-1,-1 0 1,0 0 0,1 0-1,-1 0 1,0 0-1,1 0 1,-1 0 0,1 0-1,-1 0 1,0 0 0,1 0-1,-1 0 1,0 1-1,1-1 1,-1 0 0,0 0-1,1 0 1,-1 1 0,0-1-1,0 0 1,1 0-1,-1 1 1,0-1 0,0 0-1,1 1 1,-1-1 0,0 0-1,0 0 1,0 1-1,0-1 1,1 1 0,-1-1-1,0 1 1,3 22 440,-2-9-213,5 47-195,-2 1 0,-5 65 0,0-43 140,19 380 2465,-8-280-2402,1 220 541,7 109 28,-14-125-144,-2-54-410,-1-156-166,-1-52-24,3-42-19,-1 54-4,-7 6-447,5-140-352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3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4273,'-1'6'236,"0"0"0,0 0 1,1 0-1,0 0 0,0 0 1,0 0-1,1 0 0,0-1 0,0 1 1,3 8-1,-2-6 433,0 1 0,-1-1 0,0 1 0,0 8 0,-1-8-622,-1 18 240,-2 0 0,-5 32 0,7-55-204,1 0-1,-1 0 1,1 0-1,0 0 1,1 0 0,0 6-1,1 11-3070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3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2753 191 2881,'1'0'2395,"-2"3"-1342,-10-1 641,-24-2-1498,-182-5 1058,-15 3-1045,46 2 375,112-2-340,8 1-70,-98-14 0,-123-20 225,104 15-130,-103-3 481,-30-4-91,42 1 96,43 21-409,189 5-299,15 1-226,13 0 287,1-1 0,-28-4 0,36 4-434,1-2 0,-1 1 0,1 0 0,-1-1 1,1 0-1,0 0 0,-6-4 0,2 0-2040,3-5 809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36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2846 194 1064,'-1'0'89,"1"1"0,-1-1-1,1 1 1,-1-1 0,0 0 0,1 0-1,-1 1 1,0-1 0,1 0 0,-1 0-1,0 0 1,1 0 0,-1 0-1,0 0 1,1 0 0,-1 0 0,0 0-1,1 0 1,-1 0 0,0 0 0,-1-1-1,-16-2 332,18 3-415,-98-15 2178,-108-2-1,48 5-418,-970-77 1218,879 80-2418,-51-5-294,10 9 53,57 4 404,187 1-616,30 1-16,0-1 0,-22-2-1,31-1-67,6 2-25,1 1 0,-1-1 0,0 1 0,0-1 0,0 1 0,0 0 0,0-1 0,0 1 0,0 0 0,0 0 0,0 0 0,0-1 0,0 1 0,0 0 0,-1 1 0,1-1-114,1 0 0,-1 0 1,1 0-1,0 0 0,-1-1 1,1 1-1,-1 0 0,1 0 0,0 0 1,-1 0-1,1 0 0,-1 0 1,1-1-1,0 1 0,-1 0 0,1 0 1,0-1-1,0 1 0,-1 0 1,1 0-1,0-1 0,-1 1 0,1 0 1,0-1-1,0 1 0,0 0 1,-1-1-1,1 1 0,0-1 0,0 1 1,0 0-1,0-1 0,0 1 1,0-1-1,0 1 0,0 0 0,0-1 1,0 1-1,0-1 0,0 1 1,0 0-1,0-1 0,0 1 1,0-1-1,0 1 0,1-1 0,-1-7-1029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39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792 1 2000,'2'0'626,"0"0"0,0 0-1,0 1 1,0-1-1,0 1 1,0 0 0,0 0-1,0-1 1,2 3-1,22 15 1170,-21-14-1605,0 0-1,1 0 1,0 0-1,-1-1 1,1 0-1,0 0 1,1 0 0,9 2-1,-15-5-183,-1 0 0,0 0 0,0 0 0,1 0-1,-1 0 1,0 0 0,0 0 0,1 0 0,-1 0 0,0 0 0,0 0-1,1 0 1,-1 0 0,0 0 0,0 0 0,0 1 0,1-1-1,-1 0 1,0 0 0,0 0 0,1 0 0,-1 0 0,0 1 0,0-1-1,0 0 1,0 0 0,1 0 0,-1 0 0,0 1 0,0-1-1,0 0 1,0 0 0,0 1 0,0-1 0,0 0 0,0 0 0,1 1-1,-1-1 1,0 0 0,0 0 0,0 1 0,0-1 0,0 0 0,0 0-1,0 1 1,-1-1 0,-9 12 448,-23 8 159,5-5-593,0 0 0,2 2 0,0 1 0,-36 33-1,26-22-6,-152 148 208,97-86-154,40-41-23,-45 41 553,73-73-479,1 1-1,0 2 1,2 0 0,0 1-1,1 1 1,-25 41-1,31-41-82,8-12 13,-2 0-1,0 0 1,-12 15 0,14-18 45,0 1-586,3-17-2491,2-2 1989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778 1 2112,'-7'10'5091,"6"-10"-4988,0 0 1,-1 1-1,1-1 0,0 1 1,0-1-1,0 1 1,0-1-1,0 1 0,0 0 1,0 0-1,0-1 1,0 1-1,0 0 0,0 0 1,0 0-1,0 0 1,1 0-1,-1 0 0,0 0 1,1 0-1,-1 0 1,1 1-1,-1-1 0,0 1 1,-12 17 231,-18 2-142,2 1-1,0 1 0,1 2 0,-30 36 1,15-17 88,-56 67 418,8-9-257,80-90-397,-1 0 0,0 0 0,-1-1 0,0 0 0,-1-2 0,0 1 0,-1-2 0,-15 8 0,11-8-8,-7 2 22,-34 19 1,53-25-46,1 0 0,-1 0 1,1 1-1,0 0 0,0 0 1,0 1-1,1 0 0,0 0 1,-7 11-1,4-7 30,6-9-74,1 1-1,-1-1 1,1 1 0,0 0 0,0-1-1,-1 1 1,1 0 0,0 0-1,-1 3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42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1344,'10'5'1119,"-1"1"0,0 1-1,0-1 1,12 13-1,140 160 333,88 86-128,-121-156-1238,-69-60-69,84 88-1,-64-41 4,45 47 73,-98-119 55,-24-23-311,0 1-1,0 0 1,0-1 0,1 0 0,-1 1-1,0-1 1,1 0 0,-1 0 0,1-1-1,-1 1 1,5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42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1880,'49'28'6191,"-32"-18"-5876,-2 2 0,1 0 0,-2 1 0,22 25 0,222 270 2023,-234-281-2281,143 175 130,-139-164-146,1-1 1,2-1-1,1-2 0,38 32 1,-5-13 2,-61-43-1929,-6-10 1205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6:43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1824,'2'-25'1139,"-2"22"-920,-1 1-1,1-1 1,0 1 0,0-1-1,1 1 1,-1-1-1,1 1 1,-1-1 0,1 1-1,1-5 1,2 1 299,1 0 0,-1 0 0,1 1 0,0-1 0,1 1 0,-1 0 0,1 1 0,9-7 0,20-17-302,28-23-3195,-43 38 1849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35 3761,'-48'-22'5824,"45"21"-5794,0 1 1,0 0 0,0 0-1,0 1 1,0-1-1,0 1 1,0-1 0,-4 2-1,-11 2 92,-59 3 860,-125-5 1,177-3-984,11 1-23,0-1 0,0 0 0,0-1 1,0-1-1,0 0 0,-15-6 0,32 1-3521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4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19 1520,'17'-8'8660,"-24"10"-8264,-213 19 2097,202-21-2458,0 0 0,0-1 0,0 0 0,0-2 0,1 0 0,-1-1-1,-18-7 1,31 7-1634,1-3 940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4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5 5313,'6'-2'4242,"-5"2"-4208,-1 0 1,0 0-1,0 0 1,0 0-1,0 0 1,0 0-1,0 0 1,1 0-1,-1 0 1,0 0-1,0-1 1,0 1-1,0 0 1,0 0-1,1 0 1,-1 0-1,0 0 1,0 0-1,0 0 1,0 0-1,0 0 1,1 1-1,-1-1 1,0 0-1,0 0 1,0 0 0,0 0-1,0 0 1,1 0-1,-1 0 1,0 0-1,0 0 1,0 0-1,0 0 1,0 0-1,0 1 1,0-1-1,1 0 1,-1 0-1,0 0 1,0 0-1,0 0 1,0 1-1,0-1 45,1 0 0,-1 0-1,1 0 1,-1 0 0,0 1 0,1-1-1,-1 0 1,1 0 0,-1 0 0,1 0-1,-1 0 1,0 0 0,1 0 0,-1 0-1,1 0 1,-1 0 0,1 0 0,-1-1 0,0 1-1,1 0 1,-1 0 0,1 0 0,-1 0-1,0-1 1,1 1 0,0-1 0,-1 1-72,0 0 0,1-1 0,-1 1 0,0 0 0,1 0 0,-1-1 0,0 1 0,1 0 0,-1 0 0,1 0 0,-1 0 0,0-1 0,1 1 0,-1 0 1,1 0-1,-1 0 0,0 0 0,1 0 0,-1 0 0,1 0 0,-1 0 0,1 0 0,-1 0 0,0 1 0,1-1 0,-1 0 0,1 0 0,-1 0 0,0 0 0,1 1 1,-1-1-1,0 0 0,1 0 0,-1 0 0,0 1 0,1-1 0,-1 0 0,0 1 0,1-1 0,-1 0 0,0 1 0,1 0-14,-1 0 0,0-1 0,1 1 0,-1 0 0,0-1 0,0 1 0,0 0 0,0 0 0,0-1 0,0 1 0,0 0 0,0-1 0,0 1 0,0 0 0,0 0 0,0-1 0,0 1 0,-1 0 0,1-1 0,0 1 0,-1 0 0,1-1 0,0 1 0,-1-1 0,1 1 0,-1 0 0,1-1 0,-1 1 0,0 0 0,-2 1 8,0 0 0,1 0 0,-1 0 0,0 0 0,-1-1 0,-5 3 0,-5 0 78,0 0 0,-20 3 0,-6-2 91,-1-2 0,1-2 1,-44-4-1,56-1 144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5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34 888,'-1'-1'205,"0"0"-1,0 0 0,0-1 1,0 1-1,0 0 1,1 0-1,-1-1 0,1 1 1,-1-1-1,1 1 1,-2-16 6524,1 16-6607,0 1 0,0 0-1,0-1 1,0 1 0,0 0-1,0 0 1,0 0 0,0 0 0,0 0-1,0 0 1,0 0 0,0 0 0,0 0-1,0 0 1,0 1 0,0-1 0,-1 1-1,-27 6-66,26-6 98,-25 5 114,15-3-65,0 0-1,1 0 0,-19 9 1,27-11-180,1 0-1,-1-1 1,1 1 0,-1-1 0,1 0 0,-1 0 0,1-1 0,-5 0 0,-5 1-673,12-1 479,0 1 0,1 0-1,-1-1 1,1 1 0,-1 0-1,1-1 1,-1 1 0,1 0 0,-1-1-1,1 1 1,-1-1 0,1 1-1,-1-1 1,1 1 0,0-1-1,-1-1 1,0 1-308,-4-6-985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06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3065,'8'-26'8393,"-10"30"-8302,2 1-104,0 1 0,0-1-1,0 1 1,1-1 0,-1 0 0,1 1-1,1-1 1,3 11 0,-3-7 28,20 103 232,-19-93-234,5 78-156,-7-72-522,-3-2-3703,0-17 2936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16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1480,'1'-1'251,"-1"1"0,1 0-1,0-1 1,0 1 0,0 0-1,-1 0 1,1 0 0,0 0-1,0-1 1,0 1 0,0 0-1,0 1 1,-1-1 0,1 0-1,0 0 1,0 0 0,0 0-1,-1 1 1,1-1 0,0 0-1,0 1 1,0-1 0,0 1-1,-1-1-218,0 0-1,0 0 1,0 0-1,0 0 1,0-1-1,0 1 1,0 0-1,0 0 1,0 0-1,0 0 0,0 0 1,0-1-1,0 1 1,0 0-1,0 0 1,0 0-1,0 0 1,0 0-1,0-1 1,0 1-1,0 0 1,0 0-1,0 0 0,1 0 1,-1 0-1,0 0 1,0 0-1,0-1 1,0 1-1,0 0 1,0 0-1,0 0 1,0 0-1,1 0 0,-1 0 1,0 0-1,0 0 1,0 0-1,0 0 1,0 0-1,0 0 1,1-1-1,-1 1 1,0 0-1,0 0 1,0 0-1,0 0 0,0 0 1,1 0-1,-1 0 1,0 0-1,0 1 1,0-1-1,0 0 1,0 0-1,1 0 1,-1 0-1,0 0 0,0 0 1,0 0-1,0 0 1,0 0-1,0 0 1,0 0-1,1 1 1,-1 3 195,1 0 0,0 0 0,0 0 1,0 0-1,1 0 0,-1 0 0,1 0 1,0 0-1,0-1 0,4 6 0,-3-4-65,0 0 0,0 1 0,0 0 0,4 11-1,17 122 25,-22-124-181,-1 0 1,0 1 0,-2-1-1,-2 24 1,1-23-1,0 1 1,2 0-1,2 27 0,2-17 3,3 21 52,3 74 0,-3 13 64,-1-21-40,6 85 4,-1-32-17,-1 20 7,3 88 13,-15-184-43,0-44 15,5 48 1,10 181 320,-9-242-355,-2-25-18,-1 0 0,0-1 0,-1 1 1,0 0-1,0 0 0,-1 0 0,-1 10 1,-3 37 24,5-54-31,-1 0 0,1 1 0,0-1 1,0 0-1,1 0 0,-1 1 0,0-1 1,1 0-1,0 3 0,0-2 1,0-1 1,-1 0-1,1 1 1,-1-1-1,0 0 0,1 1 1,-1-1-1,0 1 0,-1 1 1,0 4 16,1-7-18,0 0-1,0 1 1,0-1-1,0 0 1,-1 1 0,1-1-1,-1 0 1,1 1 0,-1-1-1,1 0 1,-1 0 0,0 0-1,0 0 1,1 1 0,-3 0-1,2-1-2,1 0-1,0 0 1,-1-1-1,1 1 1,-1 0-1,1-1 1,0 1-1,0 0 0,-1 0 1,1 0-1,0 0 1,0-1-1,0 1 1,0 0-1,0 0 1,0 0-1,0-1 1,0 1-1,0 0 1,0 0-1,0 0 1,1 0-1,-1-1 1,0 1-1,1 0 1,-1 0-1,0-1 1,1 1-1,-1 0 1,2 0-1,3 9-6,-4-6-65,0-1-265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18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2557 23 4617,'0'0'66,"0"-1"-1,0 1 1,0 0-1,0-1 1,0 1-1,0 0 1,0-1 0,0 1-1,0 0 1,0-1-1,0 1 1,1 0-1,-1-1 1,0 1 0,0 0-1,0 0 1,1-1-1,-1 1 1,0 0-1,0 0 1,1 0 0,-1-1-1,0 1 1,0 0-1,1 0 1,-1 0-1,0 0 1,1-1-1,-1 1 1,0 0 0,1 0-1,-1 0 1,0 0-1,1 0 1,-1 0-1,0 0 1,1 0 0,-1 0-1,0 0 1,1 0-1,-1 0 1,0 0-1,1 0 1,-1 0 0,0 1-1,0-1 1,1 0-1,-1 0 1,0 0-1,1 0 1,-1 1 0,0-1-1,0 0 1,1 0-1,-1 1 1,3-1 527,-8-6 118,5 5-672,-1 0 0,1 1 0,-1-1 0,0 0 0,1 0 0,-1 1 1,0-1-1,1 1 0,-1-1 0,0 0 0,0 1 0,1-1 0,-1 1 1,0 0-1,0-1 0,0 1 0,0 0 0,0-1 0,0 1 0,1 0 0,-1 0 1,0 0-1,0 0 0,0 0 0,-1 0 0,0 1-50,0 0-1,1 0 1,-1 0-1,1 0 1,-1 0 0,1 0-1,-1 0 1,1 1-1,-3 2 1,-14 11 157,7-10-54,-1-1-1,0 0 1,0-1-1,0 0 1,-18 1 0,0 1 34,-352 39 1149,41-48-423,35-1-525,51 21 304,140-9-576,-163 4 90,36-23-46,56 3 34,125 1-106,44 4-17,0 2-1,-21-1 1,-97-5 77,117 0-4783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1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7426,'0'1'127,"0"-1"0,1 0 0,-1 1 0,1-1 0,-1 0 0,0 1 0,1-1 1,-1 0-1,0 1 0,1-1 0,-1 1 0,0-1 0,0 1 0,1-1 0,-1 1 1,0-1-1,0 1 0,0-1 0,0 1 0,0-1 0,0 1 0,0-1 0,0 1 1,0 0-1,2 21-345,-2-12 900,8 88 376,-8 174 0,-1-235-767,-5 126-244,-3 165 15,22 0 84,0-243-72,34 123 1,-16-82 9,-15-35 48,7 108 0,-2-87 100,-18-75-170,-2-1 0,-6 66-1,-2-61-29,4-31-41,1 0 0,1 0 0,-1 13 0,-1-9-156,0 5-4900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3001,'2'1'7006,"0"13"-5747,0 17-1696,-4 253 1933,0 0-1046,1-253-395,-4 255 274,19-1-222,-7-229-93,18 254 172,-32 8 120,11-189-47,0-68-258,9 7-2528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1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5761,'2'0'109,"0"0"-1,0-1 1,0 1-1,0 0 0,1 0 1,-1 1-1,0-1 1,0 0-1,0 1 1,0-1-1,0 1 1,0 0-1,0-1 1,0 1-1,0 0 0,0 0 1,-1 1-1,1-1 1,0 0-1,-1 0 1,1 1-1,0-1 1,-1 1-1,0 0 0,1-1 1,-1 1-1,0 0 1,0 0-1,0 0 1,0 0-1,0 0 1,-1 0-1,1 0 0,0 0 1,-1 2-1,3 9 12,0 0 0,-2 0 0,0-1 0,0 20 0,-5 99 51,3 88 1180,15 49 0,-2-30-1125,18 114 1120,-9-56-836,-14-150-359,-1-56 117,5 116 448,-11-196-903,0 19 551,4 36 1,-3-56-815,1 0 0,0 0 0,0-1 0,1 1 0,0 0 0,0-1 0,1 0 0,7 11 0,-6-6-4411,-6-5 3076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3809,'31'11'5002,"-27"-5"-4789,-1-1 0,0 1 0,-1 0 0,1-1 0,-1 1 0,0 0 0,0 0 0,-1 1 0,0-1 0,1 12 0,-1-7 93,2 10-168,-1 1 1,-1 0 0,-1 1 0,-1-1-1,-7 37 1,2-8 102,5-30-4772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1384,'-1'17'5932,"0"-13"-5687,0 0 0,0 0-1,1 1 1,0-1 0,0 0 0,0 0-1,0 0 1,1 0 0,-1 0 0,1 0-1,1 5 1,2 14-216,1 17-2040,-5-36 1294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2746 15 2425,'-5'17'4434,"4"-16"-4317,1 0 0,-1 0 0,0 0 1,-1-1-1,1 1 0,0 0 0,0 0 0,0-1 0,0 1 1,-1-1-1,1 1 0,-3 0 0,-17 9 811,16-7-794,-1 0 0,1-1 0,-1 0 0,0 0 0,0-1 1,0 1-1,0-1 0,0 0 0,0-1 0,-10 0 0,2 1 38,-43 1 91,-102-9-1,79 2-134,-123 2 199,61 3-69,16 3 35,-8 0-18,29-5-77,-124-8 715,135 2-695,-56-7-67,91 9-86,1 3 0,-77 5 0,70 0-12,-34 4 35,53-3 104,-60-2 0,-145-14 386,208 11-526,-108 0 22,122 6-35,21-3-16,0 0 0,-1 0-1,1-1 1,0 0-1,-10-2 1,-1 4 15,6 0-19,13-2-143,-1-1-251,1 1 250,0 0 0,-1-1 0,1 1 1,0 0-1,0-1 0,0 1 0,0 0 0,-1-1 0,1 1 1,0-1-1,0 1 0,0 0 0,0-1 0,0 1 0,0-1 1,0 1-1,0 0 0,0-1 0,0 1 0,0-1 0,0 1 0,0 0 1,1-1-1,-1 1 0,0 0 0,0-1 0,3-12-1374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6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27 496,'1'-1'113,"-1"0"0,0-1-1,0 1 1,1 0 0,-1 0 0,1 0 0,-1 0-1,1 0 1,0 0 0,-1 0 0,1 0-1,0 1 1,-1-1 0,1 0 0,0 0 0,0 0-1,0 1 1,0-1 0,0 0 0,0 1 0,0-1-1,0 1 1,0-1 0,0 1 0,0 0-1,0-1 1,0 1 0,1 0 0,-1 0 0,1 0-1,37-3 5219,-37 3-5339,8-2 1672,-7 4-711,-8 4-74,-16 8-603,18-11-203,-1-1 0,0 0 0,1 1 0,-1 0 0,1 0 0,0 0 0,-4 5 0,-22 27 674,19-24-560,1 0-1,-15 24 1,-78 164 681,84-159-702,-24 74 1,23-58-140,-13 44 243,21-65-136,9-27-80,0 1 0,-1-1 0,-1 1-1,1-1 1,-9 14 0,6-13 47,1 1 0,0-1 1,-3 12-1,-2 3 29,10-23-121,0 0-1,-1 0 1,1 0 0,-1 1 0,0-1 0,1 0-1,-1 0 1,0 0 0,0 0 0,0 0 0,0 0-1,1-1 1,-1 1 0,-2 1 0,-1 1-7,-21 16 16,23-17-22,0 0 0,0 0 0,0 0 0,0 0 0,0 0 1,1 0-1,-1 0 0,1 0 0,-1 1 0,1-1 0,0 1 0,0-1 0,-1 4 1,-12 19-31,-16 3-306,15-19-2526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2 104,'4'-1'481,"1"1"-1,0-1 1,0 1-1,0 1 1,-1-1-1,1 1 1,0-1-1,-1 2 1,1-1-1,0 0 1,-1 1-1,1 0 1,-1 0-1,0 0 1,0 0-1,0 1 1,0-1-1,5 5 1,-8-5-322,0 0 0,0 0 0,-1 0 0,1 1 0,0-1 0,-1 0 1,0 0-1,1 0 0,-1 0 0,0 1 0,0 2 0,0 0-40,0 0-70,0-1 0,0 1 0,-1-1-1,0 1 1,0-1 0,0 0-1,0 1 1,-1-1 0,1 0-1,-1 0 1,0 0 0,-5 6 0,-4 6 146,-22 24 1,12-16 18,-12 20 102,-31 58 1,39-60-229,-3 0 0,-31 37 0,19-27 206,29-36-147,0-1-1,-1 0 0,-16 15 1,13-15-111,0 2 0,1 0 0,-17 29 0,3-6-15,-1 3 6,21-29 16,0-1 0,-2-1 0,1 0 0,-1 0 0,-1-1 0,-12 11 0,18-19-108,0 2 166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8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585 3 4377,'5'-3'2757,"0"8"-2204,-23 11 969,17-13-1434,-2 8 112,0-1-1,-1 1 1,0-1 0,-1 1-1,0-1 1,-10 13-1,13-20-178,-9 11 123,1 0 0,1 0 0,0 1 0,-9 22-1,5-9-49,-1 0-1,-19 27 0,-16 30-15,-44 82 187,16-34 223,45-81-288,22-39-168,2 0 1,0 1-1,-9 20 1,14-25-25,0-1 0,-1 1 0,-1-1 0,1 0 0,-1 0 0,-1-1 0,-7 10 0,4-6 9,0 0 0,2 0 1,-1 0-1,1 1 0,1 1 1,-10 24-1,14-31-228,-1 0 0,1-1 0,-1 0 0,-5 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29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21 2505,'9'-21'7800,"-8"24"-7653,0 0 0,0 0-1,-1 0 1,0 0 0,0 1 0,1-1 0,-2 0 0,1 0-1,-1 5 1,-5 15-30,-2 1 1,0-1-1,-16 29 0,-8 24-30,-58 142 36,67-172 214,-2-2 0,-49 68 0,54-87-137,-106 150 531,123-170-694,0-1-1,1 1 1,-1-1 0,1 1 0,0 0 0,0 0 0,0 0 0,1 0-1,-1 0 1,0 10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 6065,'88'11'1413,"-61"-8"-314,-25-3-1026,-1 1 1,1-1-1,-1 0 1,1 0-1,-1 1 1,1-1-1,-1 1 1,1-1 0,-1 1-1,0 0 1,1-1-1,-1 1 1,2 2-1,-9-1 87,0 0 1,0-1-1,-1 0 1,1 0-1,-1 0 1,-6-1-1,-5 2 11,-33 6 1,33-4-154,-32 2 0,-158-8 104,204 2-119,-111-5-2901,101 6 832,-5-1 766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1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3 3129,'-3'-2'1856,"3"2"-1779,-1 0 0,1 0 1,0-1-1,-2 2 774,2-1-774,-9 7 1204,8-6-1179,-1 0-1,1 1 1,0-1-1,-1 0 1,1 0-1,-1 0 1,1 0 0,-1-1-1,1 1 1,-1 0-1,0-1 1,-2 1-1,-10 1 61,-1 0 0,0 1 0,1 0 0,-15 6 0,17-6-381,-1-1 0,1 0 1,0-1-1,-1-1 1,1 0-1,-1-1 0,-17-2 1,28 2 101,-31-3-616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2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0 1936,'4'0'265,"-1"0"1,1 1-1,-1-1 0,0 1 0,1 0 0,-1 0 0,0 0 0,0 0 0,1 0 0,4 3 2881,-8-5-3018,-1 1 0,1 0 0,0 0 0,-1 0 0,1-1 0,0 1 0,-1 0 0,1 0 0,0 0 0,-1 0 0,1 0 0,-1 0 0,1 0 0,0 0-1,-1 0 1,1 0 0,0 0 0,-1 0 0,1 0 0,0 0 0,-1 0 0,1 0 0,-1 1 0,-17 2-777,15-2 967,-86 12-493,-113 3 0,173-14-131,-8-2-2931,16-4 1842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0 6001,'0'1'132,"0"-1"0,0 0 0,0 1 0,0-1-1,0 1 1,0-1 0,0 1 0,0-1 0,0 1-1,-1-1 1,1 0 0,0 1 0,0-1 0,0 1 0,-1-1-1,1 0 1,0 1 0,0-1 0,-1 0 0,1 1-1,0-1 1,-1 0 0,1 1 0,0-1 0,-1 0-1,1 0 1,-1 0 0,1 1 0,-1-1 0,0 0 0,-23 8 1270,-27 0-1196,-206 8-139,220-15-351,20 1-267,-1-1-1,0-1 0,0-1 0,-33-6 1,26-2-592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4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2552 7 1400,'11'-7'8951,"-20"13"-8617,1-1-298,0-1 0,0 0 1,-1 0-1,1-1 0,-1 0 1,-10 1-1,-58 9 150,55-10-126,-311 30 253,300-31-305,-456 15 343,359-20-267,-46 0-6,138 5-60,0 1 1,-63 14 0,27-3 259,-1-4 0,-105 1 0,110-8-239,-38 4 48,34-3 21,-88 15 0,105-12-21,23-6-23,29-1-61,0-1 1,1 1-1,-1 1 0,0-1 0,0 0 1,1 1-1,-1 0 0,1 0 1,-8 3-1,0 1-202,0-1 1,-1-1 0,0 0-1,0-1 1,1 0-1,-1-1 1,-15 0-1,1 0-1701,10 1 1051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818 30 7266,'1'-1'73,"-1"1"1,0-1-1,1 0 1,-1 0 0,0 0-1,0 0 1,0 0 0,0 0-1,0 0 1,0 0 0,0 0-1,0 0 1,0 0 0,0 0-1,-1 0 1,1 0 0,0 0-1,-1 0 1,1 1-1,-1-1 1,1 0 0,-1 0-1,1 0 1,-1 1 0,1-1-1,-1 0 1,0 0 0,1 1-1,-1-1 1,0 1 0,0-1-1,0 1 1,1-1-1,-1 1 1,-1-1 0,1 1-66,-1-1 0,1 1 0,0 0 0,0 0 0,-1 0 0,1 0 0,0 1 0,0-1 0,-1 0 0,1 0 0,0 1 0,0-1 0,0 1 0,0-1 0,0 1 0,-1-1 0,1 1 0,0 0 0,0-1 0,0 1 0,1 0 0,-1 0 0,0 0 0,0 0 0,0 0 0,1 0 0,-1 0 0,-1 1 0,-4 7 234,0 0-1,-1-1 1,-1 0 0,1-1 0,-1 1-1,0-1 1,-18 11 0,8-5-246,-10 10 191,1 2 1,2 1 0,0 1-1,-32 47 1,-41 44 783,-34 38-649,10-12-229,99-118-18,2 1 0,0 1 0,2 1 0,1 1-1,2 0 1,-21 52 0,28-48-730,8-20-3722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6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916 4 5761,'-1'-1'43,"1"1"1,0 0-1,-1-1 0,1 1 0,0 0 1,-1 0-1,1-1 0,-1 1 0,1 0 0,-1 0 1,1 0-1,-1 0 0,1 0 0,-1 0 1,1 0-1,-1 0 0,1 0 0,0 0 0,-1 0 1,1 0-1,-1 0 0,1 0 0,-1 0 1,1 0-1,-1 0 0,1 1 0,-1-1 0,-15 7 1178,7 6-815,1 1-1,0 1 0,1-1 0,-10 30 1,-1-1 684,-50 85 635,-2 3-1643,59-110 11,-2 0-1,0-1 1,-1-1-1,-1 0 1,-24 24 0,-21 26 201,-22 44-224,38-48 50,-78 84-1,106-133-9,1 0-1,1 1 1,1 1-1,0 0 1,2 1-1,-11 20 1,9-13-116,-2-1 1,-1 0 0,-1-1-1,-2 0 1,-27 28-1,30-35-284,13-13-258,0 0-1,0 0 1,0 0 0,-5 9-1,6 0-530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7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4321,'33'3'4114,"-29"-1"-4038,1-1 0,-1 1 0,0 0 1,1 0-1,-1 1 0,0-1 0,0 1 0,-1 0 0,1 0 0,-1 0 0,1 0 0,-1 1 1,4 4-1,6 9 66,-1 1 1,-1 0-1,0 1 1,-2 0 0,8 20-1,-12-29-64,92 183 412,-19-77-373,-19-31 328,40 51-37,1 0-315,-84-109-59,-1 1 0,-1 0 0,11 33 0,-22-55 33,0 1 0,1-1 0,7 11 0,-7-11-504,0 0-1,0 0 0,-1 0 0,4 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3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3945,'40'32'4209,"-22"-17"-3833,-1 0 0,0 2 0,-1 0 0,-1 1 0,23 35 0,-10-15 319,32 46 641,-21-28-852,79 85-1,-64-87-442,-9-11 48,61 78-1,-93-101 17,-2 0 0,0 1 0,13 33 0,-3-5-4,-10-25-162,-3-6-208,1 1-1,1-2 1,12 18-1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48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68 1472,'-17'-1'2479,"13"0"-2096,0 1 0,0 0-1,0 0 1,0 0-1,0 1 1,0-1 0,-7 3-1,4-1-99,-1 0 1,1 1-1,0 0 0,1 0 1,-1 1-1,0 0 0,-10 8 0,14-9-210,1-1-1,0 1 1,-1 0-1,1 0 1,0 0-1,0 0 0,1 0 1,-1 0-1,1 1 1,0-1-1,-1 1 0,1-1 1,1 1-1,-1-1 1,0 1-1,1-1 0,0 1 1,0 3-1,0-6-18,0 0-1,0 0 1,0 0-1,0-1 1,0 1-1,1 0 1,-1 0-1,0-1 1,0 1-1,1 0 1,-1 0-1,0-1 1,1 1-1,-1 0 1,1-1-1,-1 1 1,1 0-1,-1-1 1,1 1-1,-1-1 0,1 1 1,0-1-1,-1 1 1,1-1-1,1 1 1,0 0-10,0 0-1,0-1 1,1 1-1,-1-1 1,1 1-1,-1-1 1,0 0 0,5 0-1,5-1-73,-1 0 0,20-5 0,-27 5 92,29-5-44,-24 4-47,1 1-1,0-1 1,-1-1 0,1 0 0,-1 0 0,0-1-1,11-6 1,-19 8 29,1 0 0,0 0-1,-1-1 1,0 1 0,1-1-1,-1 1 1,0-1 0,0 1-1,0-1 1,-1 0 0,1 1-1,-1-1 1,1 0-1,-1 0 1,0 1 0,0-1-1,-1-4 1,2-6 0,-1 10-9,-1 0 0,1-1 1,-1 1-1,0 0 1,0-1-1,0 1 1,0 0-1,0 0 1,-1 0-1,1 0 0,-1 0 1,0 0-1,0 0 1,0 1-1,0-1 1,0 1-1,-1-1 1,1 1-1,-1 0 1,0 0-1,0 0 0,1 0 1,-1 1-1,-5-3 1,4 2 0,0 0-1,0 0 1,-1 0 0,1 1 0,-1-1 0,1 1-1,-1 0 1,0 0 0,1 1 0,-1-1 0,0 1-1,0 0 1,1 1 0,-1-1 0,0 1 0,1 0-1,-7 1 1,8 0 10,0 0-1,0 0 1,0 1-1,0-1 1,0 0-1,0 1 1,1 0-1,-1-1 1,1 1-1,0 0 1,0 1-1,0-1 1,0 0-1,1 0 1,-1 1-1,1-1 1,0 1-1,0-1 1,0 1-1,-1 4 1,1-1 16,0 1 1,0-1 0,1 1 0,0-1-1,1 1 1,-1-1 0,1 1-1,1-1 1,2 9 0,-4-15 3,1 1 0,-1-1 0,1 1 0,0-1 0,0 1 0,0-1-1,-1 0 1,1 0 0,1 1 0,-1-1 0,0 0 0,0 0 0,0 0 0,1 0 0,-1 0 0,0 0 0,1-1 0,-1 1 0,1 0 0,-1-1 0,1 1-1,-1-1 1,1 1 0,-1-1 0,1 0 0,-1 0 0,1 0 0,0 0 0,-1 0 0,1 0 0,-1 0 0,1 0 0,2-1 0,2 0-1,0-1-1,0 0 1,0 0 0,0 0 0,0-1 0,-1 0-1,7-4 1,-8 4-268,0 0 0,-1 0-1,0-1 1,1 1 0,-1-1-1,3-5 1,3-2-1095,4-5 221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49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25 744,'0'-1'170,"0"0"0,0 1 0,0-1 0,0 0 0,0 0 0,0 0 0,0 0 0,0 0 0,0 0 0,0 0-1,-1 0 1,1 0 0,0 0 0,-1 0 0,1 0 0,-1 1 0,1-1 0,-1 0 0,1 0 0,-1 0 0,1 1 0,-1-1 0,0 0 0,1 1 0,-1-1 0,0 0 0,0 1-1,-1-1 1,0 0-55,1 1-1,-1 0 1,0 0-1,1 0 0,-1 1 1,1-1-1,-1 0 1,0 1-1,1-1 0,-1 1 1,1-1-1,-1 1 0,1 0 1,-1-1-1,-1 2 1,-3 2 36,1 0 1,-1 0 0,1 0 0,0 1-1,0 0 1,1 0 0,-8 11 0,10-14-105,1 0-1,0 0 1,0 0 0,1 1 0,-1-1 0,0 0 0,1 0 0,0 1 0,-1-1 0,1 1 0,0-1 0,0 0 0,0 1 0,1-1 0,-1 0 0,0 1 0,1-1 0,0 0 0,-1 1 0,1-1 0,0 0 0,0 0 0,0 0 0,1 0 0,-1 0 0,0 0 0,1 0 0,-1 0 0,4 3 0,-2-2 46,1-1 1,-1 1-1,1 0 1,0-1-1,-1 0 1,1 0-1,0 0 1,1 0-1,-1 0 0,0-1 1,0 0-1,1 0 1,-1 0-1,9 0 1,-8-1-43,0 0 0,0 0 1,0-1-1,0 0 0,0 0 1,0 0-1,8-3 0,-12 3-37,0 0-1,1 1 1,-1-1-1,0 0 1,1 0-1,-1 0 0,0 0 1,0 0-1,0 0 1,0 0-1,0 0 1,0 0-1,0-1 0,0 1 1,0 0-1,-1-1 1,1 1-1,-1 0 1,1-1-1,-1 1 1,1-1-1,-1 1 0,0-1 1,1 1-1,-1-1 1,0 1-1,0-1 1,-1-2-1,1-1-25,0-1 1,-1 1-1,0-1 0,-1 1 1,1-1-1,-1 1 0,0 0 1,0 0-1,-1 0 0,1 0 1,-1 0-1,-6-8 0,7 11-3,-1 1 0,1-1 0,0 0 0,0 1-1,-1-1 1,1 1 0,-1 0 0,1-1 0,-1 1-1,1 0 1,-1 1 0,0-1 0,0 0 0,1 1-1,-1 0 1,0-1 0,0 1 0,1 0-1,-1 1 1,0-1 0,0 0 0,1 1 0,-1-1-1,0 1 1,0 0 0,1 0 0,-4 2 0,4-3-1,-3 2-317,-1 0 1,1 0 0,0 1-1,-1 0 1,1 0 0,0 0-1,1 0 1,-1 1-1,-6 5 1,6 3-597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50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6 1680,'-6'4'4419,"-11"-2"-4236,14-2-128,1 1 0,-1-1 0,1 0 0,-1 1 0,1 0 0,-1-1 0,1 1 0,-1 0 1,1 0-1,0 1 0,-4 1 0,-4 4 140,3-3-68,0 1 1,1-1-1,-1 1 1,1 1-1,-10 11 1,15-16-99,0 0 0,1 0 0,-1 0 0,0 0 0,1 1 0,-1-1 0,1 0 0,-1 0 0,1 1 0,0-1 0,-1 0 0,1 1 0,0-1 0,0 0 0,0 1 0,0-1 0,1 2 0,-1-1 17,1 0 1,0 0 0,0-1 0,-1 1-1,1 0 1,1-1 0,-1 1 0,0-1-1,0 1 1,1-1 0,-1 0 0,0 1-1,1-1 1,-1 0 0,4 2 0,-2-2 5,0 1 0,1-1 1,-1 0-1,1 0 0,-1 0 0,1 0 1,-1-1-1,1 1 0,-1-1 1,1 0-1,0 0 0,-1 0 1,1-1-1,-1 1 0,1-1 1,-1 0-1,1 0 0,-1 0 0,5-2 1,3-2-26,1 0-1,-2-1 1,1 0 0,13-10 0,-22 14-27,0 1-1,0 0 1,0-1 0,-1 1-1,1-1 1,0 0 0,-1 0-1,1 0 1,-1 0 0,0 0-1,0 0 1,0 0 0,2-3-1,-3 4-5,0 0 0,0-1 0,0 1 0,-1 0-1,1 0 1,0 0 0,-1 0 0,1-1 0,0 1-1,-1 0 1,1 0 0,-1 0 0,0 0 0,1 0-1,-1 0 1,0 0 0,0 0 0,1 1-1,-1-1 1,0 0 0,0 0 0,0 0 0,0 1-1,0-1 1,0 1 0,0-1 0,0 1 0,0-1-1,-3 0 1,-4-3-275,-1 0-1,0 0 1,0 0 0,-1 2-1,1-1 1,-1 1-1,1 0 1,-1 1 0,-10 0-1,7 1-681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51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107 118 4953,'-1'-1'92,"0"0"-1,-1 0 0,1 1 1,0-1-1,-1 0 1,1 1-1,-1-1 1,1 1-1,-1 0 1,1-1-1,-1 1 1,1 0-1,-1 0 1,1 0-1,-1 0 1,0 0-1,1 0 1,-1 1-1,1-1 0,-1 0 1,1 1-1,-1-1 1,1 1-1,-1 0 1,1-1-1,-2 2 1,-3 2 90,0-1 0,0 1 0,0 0 1,-7 7-1,10-9-123,0 1 1,1 0-1,-1-1 0,1 1 1,0 0-1,0 1 1,0-1-1,0 0 1,0 0-1,1 1 0,-2 5 1,3-7-13,-1-1 0,1 1 0,0 0 0,0-1 0,0 1 0,0 0 0,0-1 0,1 1 0,-1-1 0,0 1 0,1 0 0,-1-1 0,1 1 0,0-1 0,-1 1 0,1-1 0,0 1 0,0-1 0,0 0 0,0 1 0,0-1 0,0 0 0,0 0 0,1 0 0,-1 0 0,0 0 0,1 0 0,1 1 0,0 0 14,0-1 0,0 0 0,0 0 0,0-1 0,0 1 0,1 0 0,-1-1 0,0 0 0,0 0 0,0 0 0,1 0 0,-1 0 0,0-1 0,0 1 0,0-1 0,0 0 0,0 0 0,0 0 0,5-3 0,5-2-43,1-2-1,19-13 1,-32 21-12,3-3-7,0 0-1,0 0 1,0 0 0,0 0-1,-1-1 1,0 1 0,0-1-1,0 0 1,0 0 0,0 0-1,-1 0 1,1-1 0,-1 1-1,0-1 1,-1 1 0,1-1-1,-1 0 1,0 1 0,0-1-1,0 0 1,-1 0 0,0 0-1,0 0 1,0 0 0,-1-7-1,-1 9-19,1 0 0,-1 0 0,1 0-1,-1 0 1,0 0 0,0 0-1,-1 0 1,1 1 0,0-1 0,-1 1-1,0-1 1,1 1 0,-1 0-1,0 0 1,0 0 0,0 1-1,0-1 1,-4 0 0,-8-4-311,1 1 1,-26-6 0,36 10 81,-1 0 1,1 0 0,-1 0 0,1 1 0,-1-1 0,0 1 0,1 0 0,-1 1-1,-5 0 1,-2 5-369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52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323 43 1768,'-7'-3'1175,"-1"0"-1,1 1 0,-1-1 0,1 2 0,-10-2 0,0 0-920,-1 1 1,0 1-1,1 0 0,-1 1 0,-20 3 0,27-1-166,0 1 1,1 0-1,-1 1 0,1 0 0,-16 9 1,20-10-59,1 1 0,-1 0 0,1 0 0,0 0 0,1 0 0,-1 1 0,1 0 1,0 0-1,0 0 0,0 0 0,-3 8 0,6-12-3,0 0 0,1 0 1,-1 1-1,1-1 0,0 0 0,-1 1 0,1-1 0,0 0 1,0 1-1,0-1 0,0 1 0,0-1 0,0 0 0,0 1 1,0-1-1,1 1 0,-1-1 0,0 0 0,1 1 0,-1-1 1,1 0-1,0 0 0,-1 1 0,1-1 0,0 0 0,0 0 1,0 0-1,-1 0 0,1 0 0,0 0 0,1 0 0,-1 0 1,0 0-1,0-1 0,0 1 0,0 0 0,1-1 0,-1 1 1,3 0-1,0 1 23,1 0 0,0-1 0,0 1 0,0-1 0,0 0 0,0-1 0,0 1 0,0-1-1,0 0 1,5-1 0,2 0 2,-1-2-1,0 0 0,0 0 1,0 0-1,0-2 0,19-10 1,-26 13-52,-1 0 1,0 0-1,1-1 1,-1 0 0,0 1-1,0-1 1,0 0-1,-1 0 1,1-1 0,-1 1-1,0-1 1,0 1 0,0-1-1,0 0 1,0 1-1,-1-1 1,0 0 0,0 0-1,0 0 1,0 0 0,0 0-1,-1-6 1,3-4-196,-3 14 140,0-1 0,1 0 1,-1 1-1,0-1 0,0 0 1,1 1-1,-1-1 0,0 0 1,0 1-1,0-1 0,0 0 0,0 0 1,0 1-1,0-1 0,0 0 1,0 1-1,0-1 0,-1 0 0,1 1 1,0-1-1,0 0 0,-1 1 1,1-1-1,0 1 0,-1-1 0,1 0 1,-1 1-1,1-1 0,0 1 1,-1-1-1,1 1 0,-1-1 0,0 1 1,0-1-1,-12-7-1453,-2-2 537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53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36 2353,'-2'-3'258,"1"1"0,-1 0 0,0 0 1,0-1-1,0 2 0,0-1 1,-1 0-1,1 0 0,0 1 1,-1-1-1,1 1 0,-1-1 1,1 1-1,-1 0 0,0 0 1,0 0-1,1 1 0,-1-1 1,-5 0-1,-22-1 743,23 1-897,0 0 0,0 1 0,-1 0-1,-11 1 1,15 0-82,0 1-1,0-1 0,1 1 1,-1 0-1,1 0 0,-1 0 1,1 0-1,0 1 0,0 0 1,0-1-1,0 1 0,-4 5 0,6-6 31,-1-1-1,1 1 0,0 0 0,0-1 0,-1 1 0,1 0 0,0 0 0,0 0 0,1 0 0,-1 0 0,0 1 0,1-1 0,-1 0 0,1 0 0,0 0 0,-1 0 0,1 1 0,0-1 0,1 0 0,-1 0 0,0 0 0,0 1 0,2 2 0,-1-3 17,0 0 0,0-1 0,1 1 0,-1-1 0,0 0-1,1 1 1,-1-1 0,1 0 0,0 0 0,-1 0 0,1 0 0,0 0 0,-1 0 0,1 0 0,0-1 0,0 1 0,0-1-1,0 1 1,2-1 0,41 3 150,-32-3-175,113 7 74,-124-7-107,-1 0-1,0 0 1,0 0 0,0 0-1,1 0 1,-1 0-1,0-1 1,0 1-1,0 0 1,1-1 0,-1 1-1,0 0 1,0-1-1,0 0 1,0 1-1,0-1 1,0 0 0,0 1-1,0-1 1,1-1-1,-1 1-5,-1 0-1,1 0 0,-1 0 0,0 0 1,0 0-1,1 0 0,-1 0 0,0 0 1,0 0-1,0 0 0,0 0 0,0 0 1,0 0-1,-1 0 0,1 0 0,0 0 1,0 0-1,-1 0 0,0-2 0,-1-1-98,0 1 0,0-1 0,0 0 0,-1 0-1,0 1 1,0 0 0,0-1 0,0 1 0,0 0-1,0 1 1,-5-4 0,-28-14-3067,21 14 1997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54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88 3105,'-2'-4'688,"-1"-1"0,1 1-1,-1 0 1,0 0 0,-5-6 0,6 10-475,1-1-1,0 1 1,-1 0 0,1 0-1,-1 0 1,1 0 0,0 0-1,-1 0 1,1 0 0,-1 0-1,1 0 1,-1 1-1,1-1 1,0 1 0,-1-1-1,1 1 1,-2 0 0,0 1-186,-1-1-1,1 1 1,0-1 0,0 1 0,-1 0 0,-2 4 0,4-4 19,0 0 0,0 0 1,0 0-1,1 0 1,-1 1-1,1-1 0,0 0 1,0 1-1,0-1 0,0 1 1,0 0-1,0-1 1,1 1-1,-1-1 0,1 5 1,0-2-6,1 0 1,0-1-1,0 1 0,1-1 1,-1 1-1,1-1 1,0 0-1,4 6 1,-5-7-7,1 0 1,0 0 0,1 0-1,-1-1 1,0 1-1,1-1 1,0 1 0,-1-1-1,1 0 1,0 0 0,0 0-1,0 0 1,1 0 0,-1-1-1,0 0 1,1 1-1,-1-1 1,1 0 0,6 0-1,-4 0-10,0-1-1,0 1 1,0-1-1,0-1 1,0 1-1,0-1 1,0 0-1,-1-1 1,1 1-1,0-1 1,6-3 0,-6 2-13,0 0 1,0 0 0,0 0 0,-1-1 0,1 0-1,-1 0 1,0-1 0,0 1 0,4-7 0,-7 9-24,-1 0 1,0 0 0,0 0 0,0-1-1,0 1 1,0 0 0,0-1 0,-1 1-1,1-1 1,-1 1 0,1 0 0,-1-1-1,0 1 1,0-1 0,0 1 0,0-1 0,-1 1-1,1-1 1,-1 1 0,1-1 0,-1 1-1,0 0 1,0-1 0,0 1 0,0 0-1,0 0 1,-3-4 0,-1 0-32,-1-1 0,1 1 1,-1 0-1,-1 0 0,1 0 0,-1 1 0,0 0 1,-11-6-1,12 7-234,1 1 0,-1 1-1,0-1 1,0 1 0,-1 0 0,1 0 0,0 0-1,-1 1 1,1 0 0,-1 1 0,-10-1 0,15 2-75,0-1 1,-1 1 0,1-1 0,0 1-1,0 0 1,0 0 0,0 0-1,0 0 1,0 0 0,0 0-1,-2 2 1,-9 9-1030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7:55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41 3217,'-1'-1'222,"0"0"0,0 0 0,0 0 0,0 0 0,0 0 0,-1 0 0,1 1 0,0-1 0,-1 0 0,1 1 0,0-1 0,-1 1 0,1 0 0,0-1 0,-1 1 0,1 0 0,-1 0 0,1 0 0,-1 0 0,-1 0 0,0 0-83,0 0 0,0 0 0,0 1 0,0-1 0,0 1 0,0 0 0,0-1 0,1 1 0,-4 2 0,-17 11 116,17-11-121,-1 1 0,0 1 0,1-1 0,-7 8 0,11-10-91,0 0-1,0 0 1,0 0-1,1 1 1,-1-1 0,1 1-1,-3 4 1,4-6-16,0-1 0,-1 1-1,1 0 1,0 1 0,0-1 0,-1 0 0,1 0 0,0 0-1,0 0 1,0 0 0,1 0 0,-1 0 0,0 0 0,0 0 0,0 0-1,1 0 1,-1 0 0,0 0 0,1 0 0,-1 0 0,1-1 0,-1 1-1,1 0 1,0 0 0,1 1 0,7 7 87,1 0 1,0 0-1,0-1 1,1-1-1,0 0 0,1 0 1,13 5-1,-19-10-88,-1 0 1,1 0-1,-1 0 1,1-1-1,0 0 0,0 0 1,0-1-1,-1 1 0,1-1 1,0-1-1,0 1 1,0-1-1,0 0 0,-1 0 1,1-1-1,0 1 1,-1-1-1,8-4 0,-11 5-9,-1 0 0,1 0 0,-1 1-1,0-1 1,1-1 0,-1 1 0,0 0 0,0 0-1,1 0 1,-1-1 0,0 1 0,0 0-1,-1-1 1,1 1 0,0-1 0,0 1-1,-1-1 1,1 1 0,0-4 0,-1 2-12,0 0 0,0 0-1,0 0 1,0 0 0,0 0 0,-1 0 0,1 0 0,-1 0 0,0 0 0,-2-4-1,-1-3-38,-2 0 0,1 0-1,-1 1 1,-14-17 0,14 19-347,-1-1 0,-1 1 0,1 0 0,-1 1 1,0 0-1,-11-6 0,1 2-634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8:08.5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866 4 3369,'23'-2'-117,"1"0"1,42 4 0,-21 6 6734,-66-4-5414,-427 1 1227,241-7-2114,104 0-249,-142 7 40,313 0-566,345 17 135,72 2 459,-474-21-210,-25 1 30,-28 3 33,-431 6 654,334-14-580,8 1 221,222 11 174,-32-2-431,401 28 192,-591-47-51,-158-12-61,73 4-25,201 16-74,11 2-4,0-1-1,0 0 0,0 1 0,0 0 0,-1 0 1,1 0-1,0 0 0,0 1 0,-8 1 0,13 1 45,7 1-5,8 0 42,89 13 96,199 4-1,-251-19-146,-38-1-22,176 0 248,-189-3-201,-9-1-62,-14-3-48,-31-2 0,0 1 1,0 3-1,0 2 0,-100 9 0,151-7 50,-45 9-6,42-9 5,0 1 0,0 1 0,1-1 0,-1 1 0,0-1 0,1 1 1,-1 0-1,1 0 0,-5 4 0,8-6 2,0 0-1,0 1 1,0-1 0,0 0-1,0 0 1,0 0 0,-1 0 0,1 0-1,0 0 1,0 1 0,0-1-1,0 0 1,0 0 0,0 0-1,0 0 1,0 0 0,0 1-1,0-1 1,0 0 0,0 0 0,0 0-1,0 0 1,0 1 0,0-1-1,0 0 1,0 0 0,0 0-1,0 0 1,0 1 0,0-1-1,0 0 1,0 0 0,0 0 0,0 0-1,0 0 1,0 1 0,1-1-1,-1 0 1,0 0 0,0 0-1,0 0 1,0 0 0,0 0-1,0 0 1,1 1 0,10 3-18,13-1-5,273-12 188,-185 2-115,-51 0 25,-37 3-57,34-1 1,-50 7-32,-8 1-10,-15 2 36,1-4-215,0-1-1,1-1 0,-1-1 1,1 0-1,-1 0 0,1-1 0,0-1 1,-20-8-1,23 3-3741,9 4 2407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8:09.7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2 3377,'-12'-2'1097,"-2"3"2515,18 4-1561,32 39 368,-27-32-2302,0-1 1,0 0-1,13 11 0,12 7 107,-12-9-56,0-1 1,42 26 0,-6-8-73,29 16 168,-97-56-245,1 1 1,-1 0-1,0 0 1,-11 1-1,18 1-28,1 0 0,-1 1-1,1 0 1,-1-1-1,1 1 1,-1 0 0,1 0-1,0 1 1,-1-1 0,1 0-1,0 1 1,-2 1 0,-27 24-55,22-18 40,-66 67 69,-72 93-1,108-124 231,37-44 299,4-4-400,5-8-119,26-28 81,-18 27-97,0-1-1,-1-1 1,0 0 0,21-30-1,-29 32 5,0 0 1,-1 0-1,-1 0 0,6-26 0,-6 22-43,0-1 0,9-17 0,0 7 8,32-48 0,-15 34-2480,-22 30 1600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8:13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833 0 7762,'33'4'2068,"-27"-2"-1998,0-1-1,0-1 1,-1 1 0,1-1 0,0 0 0,0 0 0,6-1 0,-12 1-70,0 0 0,0 0 1,0 0-1,0 0 0,0 0 1,0 0-1,0 0 0,0 0 1,0 0-1,0 0 0,0 0 0,0 0 1,0 0-1,0 0 0,0 0 1,0 0-1,0 0 0,0 1 1,0-1-1,0 0 0,0 0 0,0 0 1,0 0-1,0 0 0,0 0 1,0 0-1,0 0 0,0 0 1,0 0-1,0 0 0,0 0 0,0 0 1,0 0-1,0 0 0,0 0 1,0 0-1,0 0 0,0 0 1,0 0-1,0 1 0,0-1 0,0 0 1,0 0-1,0 0 0,0 0 1,0 0-1,-8 7-36,-15 7 62,0-7 261,-1 0 0,0-1 0,0-2 0,-37 3 0,-100-3 472,111-5-729,-225 15 146,100-3 881,154-11-648,33-3 44,33-3-195,461-3-113,-378 25-158,-58-6-3,-67-9-119,-7 1 73,-7 1 4,-77 3-30,-169-9-1,150-1 95,40 1 19,14 0 68,0 2 1,-56 7 0,193 11 543,0-9-552,1-3-1,114-8 1,-89-9-140,-102 14-87,-12 3-10,-15 6 3,-6-5 104,0 0 1,-27 2-1,1 0 25,-180 16-30,53-8 237,162-12 8,14-3 11,11-2-3,22-3 32,56 1 0,-23 2-161,299-13 70,-344 13-144,3-1-11,-1 2 1,1 0-1,-1 1 0,34 7 1,-55-8 7,0 0 0,0-1 0,0 1 0,0 0 0,0 0 1,0 0-1,0 0 0,1 0 0,-1 0 0,0 0 0,0 1 0,0-1 0,0 0 1,0 0-1,0 0 0,0 0 0,0 0 0,0 0 0,0 0 0,1 0 0,-1 0 1,0 0-1,0 0 0,0 0 0,0 0 0,0 0 0,0 0 0,0 0 0,0 0 1,0 0-1,0 1 0,0-1 0,0 0 0,0 0 0,0 0 0,0 0 0,0 0 1,0 0-1,0 0 0,0 0 0,0 0 0,0 0 0,0 1 0,0-1 0,0 0 1,0 0-1,0 0 0,0 0 0,0 0 0,0 0 0,0 0 0,0 0 0,0 0 1,0 0-1,0 1 0,0-1 0,0 0 0,0 0 0,0 0 0,0 0 0,0 0 1,-8 5-102,-12 1 4,-10-1 60,1-1-1,-1-1 1,-1-2-1,-41-4 1,13 1 24,-11 1 53,1-4 0,0-2 1,1-4-1,-81-23 0,140 32-9,6 2-6,0-1 0,0 0 0,0 1 0,1-1 0,-1 0 0,0 0 0,0-1 0,1 1 0,-1 0 0,-4-4 0,8 4-8,0 0 0,-1 0 1,1 0-1,-1 1 0,1-1 0,0 0 1,0 1-1,-1-1 0,1 1 0,0-1 1,0 1-1,0-1 0,0 1 0,0 0 1,0-1-1,0 1 0,1-1 0,-1 1-6,4-1-11,1-1 0,0 1 0,0 0 0,-1 1 0,1-1 0,0 1 0,0 0 0,9 2 0,51 11-41,-28-4 35,0-2 2,220 37 30,0-21 62,-249-23-84,1 0-9,-1 0 1,1 0-1,12-3 1,-22 3 3,0 0 0,0 0 1,0 0-1,0 0 0,0 0 1,0 0-1,0 0 0,0 0 1,0 0-1,0 0 0,0 0 0,-1 0 1,1 0-1,0 0 0,0 0 1,0 0-1,0 0 0,0 0 1,0 0-1,0-1 0,0 1 0,0 0 1,0 0-1,0 0 0,0 0 1,0 0-1,0 0 0,0 0 1,0 0-1,0 0 0,0 0 0,0 0 1,0 0-1,0 0 0,0 0 1,0-1-1,0 1 0,0 0 0,0 0 1,0 0-1,0 0 0,0 0 1,0 0-1,0 0 0,0 0 1,0 0-1,0 0 0,0 0 0,0 0 1,0 0-1,0 0 0,0-1 1,0 1-1,0 0 0,0 0 1,0 0-1,0 0 0,1 0 0,-1 0 1,0 0-1,0 0 0,-12-5-128,-18-3-32,-246-43-436,37 20 667,316 51 86,20-6 29,185 4 0,-282-18-206,-3 0 16,-1 0-1,1-1 0,0 1 0,0-1 0,0 0 0,0 0 0,0 0 0,-3-1 0,-70-34-423,76 36 436,0 0 0,0 0-1,0 0 1,0 0-1,-1 0 1,1 0-1,0 0 1,0 0 0,0 0-1,0 0 1,0 0-1,0 0 1,-1 0 0,1-1-1,0 1 1,0 0-1,0 0 1,0 0 0,0 0-1,0 0 1,0 0-1,0 0 1,0-1-1,0 1 1,-1 0 0,1 0-1,0 0 1,0 0-1,0 0 1,0-1 0,0 1-1,0 0 1,0 0-1,0 0 1,0 0-1,0 0 1,0-1 0,0 1-1,0 0 1,0 0-1,0 0 1,0 0 0,1 0-1,-1 0 1,0-1-1,0 1 1,0 0 0,9-3 82,13 2 16,-22 1-96,26 2 217,50 8 0,-47-5-171,37 2 1,-44-6-19,5 1-119,-27-2 82,0 0 1,0 0 0,0 0 0,0 0-1,0 0 1,0 0 0,0 0-1,0 0 1,0 0 0,0 0 0,0 0-1,0 0 1,0 0 0,-1-1-1,1 1 1,0 0 0,0 0 0,0 0-1,0 0 1,0 0 0,0 0-1,0 0 1,0 0 0,0 0-1,0 0 1,0 0 0,0 0 0,0 0-1,0 0 1,0 0 0,0 0-1,0 0 1,0-1 0,0 1 0,0 0-1,0 0 1,0 0 0,0 0-1,0 0 1,0 0 0,0 0 0,0 0-1,0 0 1,0 0 0,0 0-1,0 0 1,0 0 0,-19-6-157,-238-47-313,232 46 573,27 5 30,14 3-71,60 9-9,-47-5-17,1-1 0,0-1 1,45-2-1,-73-1-34,0 0 0,0-1 0,-1 1 0,1 0 0,0-1 0,-1 1-1,1-1 1,0 1 0,-1-1 0,1 0 0,-1 1 0,1-1 0,-1 0 0,1 0 0,-1 0 0,1 0 0,-1 0 0,0-1 0,0 1 0,0 0 0,0-1 0,0 1 0,0-1 0,0 1 0,0-1 0,0 1 0,0-1-1,-1 0 1,1 1 0,-1-1 0,0 0 0,1 1 0,-1-1 0,0 0 0,0 0 0,0 1 0,0-1 0,0 0 0,0 1 0,-1-1 0,1 0 0,0 0 0,-1 1 0,1-1 0,-1 0 0,0 1 0,0-1 0,0 1 0,1-1-1,-1 1 1,-1 0 0,1-1 0,0 1 0,0 0 0,0 0 0,-3-2 0,0-3-83,4 6 79,0 0 0,0 0-1,0 0 1,0-1 0,0 1 0,0 0 0,0 0 0,-1 0-1,1 0 1,0-1 0,0 1 0,0 0 0,0 0-1,0 0 1,0 0 0,0 0 0,-1-1 0,1 1 0,0 0-1,0 0 1,0 0 0,0 0 0,-1 0 0,1 0 0,0 0-1,0-1 1,0 1 0,0 0 0,-1 0 0,1 0-1,0 0 1,0 0 0,0 0 0,-1 0 0,1 0 0,0 0-1,0 0 1,0 0 0,-1 0 0,1 0 0,0 0 0,0 1-1,1 0 7,0 0-1,0 0 0,0 0 0,1 0 0,-1 0 1,1-1-1,-1 1 0,0 0 0,1-1 0,-1 1 0,1-1 1,2 1-1,-4-1-1,16 5 12,10 3 34,-26-8-47,0 0 0,0 0 1,0 0-1,0 1 0,0-1 1,0 0-1,-1 0 0,1 0 0,0 0 1,0 0-1,0 0 0,0 1 0,0-1 1,0 0-1,0 0 0,0 0 1,0 0-1,-1 0 0,1 1 0,0-1 1,0 0-1,0 0 0,0 0 0,0 0 1,0 0-1,0 1 0,0-1 1,0 0-1,0 0 0,0 0 0,0 0 1,0 1-1,1-1 0,-1 0 0,0 0 1,0 0-1,0 0 0,0 0 1,0 1-1,0-1 0,0 0 0,0 0 1,0 0-1,0 0 0,1 0 0,-19 2-25,1-1 0,-1-1 0,-20-3-1,24 2 7,0 0 1,0 0-1,0 2 0,0-1 0,-24 6 0,37-6 21,1 0-1,0 0 0,0 0 1,0 0-1,-1 0 1,1 0-1,0 0 0,0 0 1,0 0-1,0 0 0,-1 0 1,1 0-1,0 0 1,0 1-1,0-1 0,-1 0 1,1 0-1,0 0 0,0 0 1,0 0-1,0 0 1,0 1-1,-1-1 0,1 0 1,0 0-1,0 0 0,0 0 1,0 1-1,0-1 0,0 0 1,0 0-1,0 0 1,0 1-1,0-1 0,0 0 1,0 0-1,0 0 0,0 1 1,0-1-1,0 0 1,0 0-1,7 8 36,16 4 34,-22-11-66,24 11 15,-1 2 0,23 16 0,-46-29-19,0-1-1,-1 1 1,1-1 0,0 1-1,-1-1 1,1 1-1,-1-1 1,1 1 0,0-1-1,-1 1 1,0 0 0,1-1-1,-1 1 1,1 0-1,-1-1 1,0 1 0,1 0-1,-1-1 1,0 1 0,0 0-1,1 0 1,-1 1-1,0-1 2,-1-1-1,1 1 1,0-1-1,-1 1 0,1-1 1,0 1-1,-1 0 1,1-1-1,-1 0 1,1 1-1,-1-1 0,1 1 1,-1-1-1,1 1 1,-1-1-1,1 0 0,-1 1 1,0-1-1,1 0 1,-2 1-1,-1 0 3,0 0-1,0-1 1,-1 1-1,1-1 1,0 1-1,0-1 1,-1 0-1,1 0 1,0 0 0,-4-1-1,-6-5-442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8:14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412 282 2785,'-4'2'151,"1"0"0,-1-1 0,0 0 0,1 1 0,-1-2 0,0 1 0,0 0 0,0-1 0,0 1 0,0-1 0,1 0 0,-1-1 0,0 1 0,-6-2 0,-7-2 1299,1 0 0,-18-8-1,-1-1-721,27 11-465,1-1 0,1 0-1,-1-1 1,0 1 0,1-1-1,0-1 1,0 1 0,0-1-1,-8-9 1,-6-8-143,-20-29 1,1 2-83,17 24-44,7 10 19,-22-31 0,37 44 14,9 13-78,2 6 94,1 0-1,1 0 1,1-2-1,27 27 1,69 47 120,-47-42-142,-55-39-8,1-1 0,-2 1 0,1 1 0,-1-1 1,0 1-1,0 1 0,-1-1 0,-1 1 0,0 0 1,5 11-1,-11-21-14,1 0 1,-1 0 0,1 1-1,-1-1 1,1 0-1,-1 0 1,1 0-1,-1 0 1,1 0-1,-1 0 1,1-1 0,-1 1-1,1 0 1,-1 0-1,1 0 1,-1 0-1,1-1 1,-1 1-1,1 0 1,0 0 0,-1-1-1,1 1 1,-1-1-1,-143-135-755,111 109 751,0 1 0,-62-36 0,94 61 9,0 0-1,0 0 0,-1 1 0,1-1 0,-1 0 0,1 1 1,-1-1-1,1 1 0,-1-1 0,1 1 0,-4-1 0,5 2 1,0-1 0,0 0-1,0 1 1,0-1 0,0 0-1,-1 1 1,1-1 0,0 0-1,0 1 1,0-1 0,0 0-1,0 1 1,0-1-1,0 0 1,0 0 0,0 1-1,1-1 1,-1 0 0,0 1-1,0-1 1,0 0 0,0 1-1,0-1 1,0 0-1,1 0 1,-1 1 0,0-1-1,0 0 1,0 0 0,1 1-1,-1-1 1,1 0 0,26 34 112,15 9-186,-2-1-788,51 68-1,-54-67-3159,-21-26 569,-11-12 2304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58:15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65 1608,'25'-3'12291,"-25"4"-12264,0 0 0,0-1-1,1 1 1,-1 0 0,0 0-1,0 0 1,0 0 0,0-1-1,0 1 1,0 0 0,0 0-1,0 0 1,0 0 0,0-1-1,0 1 1,0 0-1,-1 0 1,1 0 0,0-1-1,-1 1 1,1 0 0,0 0-1,-2 0 1,0 1 6,1 0 1,-1 1-1,0-1 0,1 0 1,0 1-1,-1-1 0,1 0 0,0 1 1,0 0-1,0-1 0,1 1 1,-2 4-1,-4 14 57,-1-11-88,1 1 0,-1-1 0,-1-1 0,0 1 0,0-1 0,-1 0 0,0-1 0,-1 0 0,-19 12 0,-18 18 1,-17 15 16,-33 31 286,157-142 1587,73-73-1588,-115 111-296,-2 1 0,0-2 0,-1 0-1,-1-1 1,-1 0 0,15-38 0,-27 58-12,1-4-6,0 0 1,1 0-1,0 0 1,0 1-1,5-8 0,-8 13 6,0 0-1,0 0 0,1 0 1,-1 0-1,0 0 1,0 0-1,0 0 0,0 0 1,0 0-1,0 0 0,0 0 1,1 0-1,-1 0 0,0 0 1,0 0-1,0 0 0,0 0 1,0 0-1,0 0 0,0 0 1,1 0-1,-1 0 0,0 0 1,0 1-1,0-1 1,0 0-1,0 0 0,0 0 1,0 0-1,0 0 0,0 0 1,0 0-1,1 0 0,-1 0 1,0 0-1,0 1 0,0-1 1,0 0-1,0 0 0,0 0 1,0 0-1,0 0 0,0 0 1,0 0-1,0 1 1,0-1-1,0 0 0,0 0 1,0 0-1,0 0 0,0 0 1,0 0-1,0 0 0,0 1 1,0-1-1,0 0 0,0 0 1,0 0-1,0 0 0,0 0 1,-1 0-1,1 0 0,-3 12-166,-73 96-187,47-63 479,-3-1 0,-54 58-1,102-117 329,4-4-259,-1-1 0,25-35 0,13-47-101,-11 17-164,-38 74-16,-6 11-234,-12 20-120,-39 59-2175,28-45 1709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AB5578-CC26-43A4-89CD-E9A8B892F524}" type="datetimeFigureOut">
              <a:rPr lang="de-DE"/>
              <a:pPr>
                <a:defRPr/>
              </a:pPr>
              <a:t>09.07.2025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972F9A-03C1-4F6D-967E-9CCBC4F282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061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60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99981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71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260251-00DE-C81E-CCE9-36C086CCE3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51508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DAC636-4291-90D7-A2D4-CCD1B99292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114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01CA59-EC79-449D-605E-CE88F43A80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0822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5164F5-704F-A74E-DCD1-8CCCED8DA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3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E1DB91-C0FA-B971-7C66-9263112FA8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2784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7100E3-45CC-826A-3EA8-D8EE82C8DD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5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AA63D2-0FE4-0C99-DB21-FA84B57A8E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76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98405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9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1264746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1171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541E96-A906-4926-15A3-EE69C7A2A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4877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34CAE5-A7CA-9279-E4CE-C90205BB05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5675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9CD7D-AA18-5F2D-B11F-17C0F451D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31543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247082-1AB1-98A9-23EC-10ED40B8E8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12987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9EAB8-C767-8577-9E5F-24AD159313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06647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33868A-0AB3-338E-58E9-87EBE88F1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6759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107058-1257-058E-D650-4D6D0163B6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658611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21752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95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Promotion Update 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Nicholas Clemett, 09.07.2025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  <p:pic>
        <p:nvPicPr>
          <p:cNvPr id="5" name="Grafik 4" descr="Ein Bild, das Grafiken, Design enthält.&#10;&#10;KI-generierte Inhalte können fehlerhaft sein.">
            <a:extLst>
              <a:ext uri="{FF2B5EF4-FFF2-40B4-BE49-F238E27FC236}">
                <a16:creationId xmlns:a16="http://schemas.microsoft.com/office/drawing/2014/main" id="{247CEBD7-6333-F783-5620-9469F122711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46" y="39352"/>
            <a:ext cx="846192" cy="6849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5" r:id="rId2"/>
    <p:sldLayoutId id="2147483714" r:id="rId3"/>
    <p:sldLayoutId id="2147483729" r:id="rId4"/>
    <p:sldLayoutId id="2147483716" r:id="rId5"/>
    <p:sldLayoutId id="2147483717" r:id="rId6"/>
    <p:sldLayoutId id="2147483728" r:id="rId7"/>
    <p:sldLayoutId id="2147483726" r:id="rId8"/>
    <p:sldLayoutId id="2147483727" r:id="rId9"/>
    <p:sldLayoutId id="2147483719" r:id="rId10"/>
    <p:sldLayoutId id="214748374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07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Titel der Arbeit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Namen, Datum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5.png"/><Relationship Id="rId63" Type="http://schemas.openxmlformats.org/officeDocument/2006/relationships/customXml" Target="../ink/ink31.xml"/><Relationship Id="rId84" Type="http://schemas.openxmlformats.org/officeDocument/2006/relationships/image" Target="../media/image46.png"/><Relationship Id="rId138" Type="http://schemas.openxmlformats.org/officeDocument/2006/relationships/image" Target="../media/image73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0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3.png"/><Relationship Id="rId74" Type="http://schemas.openxmlformats.org/officeDocument/2006/relationships/image" Target="../media/image41.png"/><Relationship Id="rId79" Type="http://schemas.openxmlformats.org/officeDocument/2006/relationships/customXml" Target="../ink/ink39.xml"/><Relationship Id="rId102" Type="http://schemas.openxmlformats.org/officeDocument/2006/relationships/image" Target="../media/image55.png"/><Relationship Id="rId123" Type="http://schemas.openxmlformats.org/officeDocument/2006/relationships/customXml" Target="../ink/ink61.xml"/><Relationship Id="rId128" Type="http://schemas.openxmlformats.org/officeDocument/2006/relationships/image" Target="../media/image68.png"/><Relationship Id="rId5" Type="http://schemas.openxmlformats.org/officeDocument/2006/relationships/customXml" Target="../ink/ink2.xml"/><Relationship Id="rId90" Type="http://schemas.openxmlformats.org/officeDocument/2006/relationships/image" Target="../media/image49.png"/><Relationship Id="rId95" Type="http://schemas.openxmlformats.org/officeDocument/2006/relationships/customXml" Target="../ink/ink47.xml"/><Relationship Id="rId22" Type="http://schemas.openxmlformats.org/officeDocument/2006/relationships/image" Target="../media/image15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8.png"/><Relationship Id="rId64" Type="http://schemas.openxmlformats.org/officeDocument/2006/relationships/image" Target="../media/image36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3.png"/><Relationship Id="rId134" Type="http://schemas.openxmlformats.org/officeDocument/2006/relationships/image" Target="../media/image71.png"/><Relationship Id="rId139" Type="http://schemas.openxmlformats.org/officeDocument/2006/relationships/customXml" Target="../ink/ink69.xml"/><Relationship Id="rId80" Type="http://schemas.openxmlformats.org/officeDocument/2006/relationships/image" Target="../media/image44.png"/><Relationship Id="rId85" Type="http://schemas.openxmlformats.org/officeDocument/2006/relationships/customXml" Target="../ink/ink42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8.png"/><Relationship Id="rId124" Type="http://schemas.openxmlformats.org/officeDocument/2006/relationships/image" Target="../media/image66.png"/><Relationship Id="rId129" Type="http://schemas.openxmlformats.org/officeDocument/2006/relationships/customXml" Target="../ink/ink64.xml"/><Relationship Id="rId54" Type="http://schemas.openxmlformats.org/officeDocument/2006/relationships/image" Target="../media/image31.png"/><Relationship Id="rId70" Type="http://schemas.openxmlformats.org/officeDocument/2006/relationships/image" Target="../media/image39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2.png"/><Relationship Id="rId140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49" Type="http://schemas.openxmlformats.org/officeDocument/2006/relationships/customXml" Target="../ink/ink24.xml"/><Relationship Id="rId114" Type="http://schemas.openxmlformats.org/officeDocument/2006/relationships/image" Target="../media/image61.png"/><Relationship Id="rId119" Type="http://schemas.openxmlformats.org/officeDocument/2006/relationships/customXml" Target="../ink/ink59.xml"/><Relationship Id="rId44" Type="http://schemas.openxmlformats.org/officeDocument/2006/relationships/image" Target="../media/image26.png"/><Relationship Id="rId60" Type="http://schemas.openxmlformats.org/officeDocument/2006/relationships/image" Target="../media/image34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7.png"/><Relationship Id="rId130" Type="http://schemas.openxmlformats.org/officeDocument/2006/relationships/image" Target="../media/image69.png"/><Relationship Id="rId135" Type="http://schemas.openxmlformats.org/officeDocument/2006/relationships/customXml" Target="../ink/ink67.xml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1.png"/><Relationship Id="rId50" Type="http://schemas.openxmlformats.org/officeDocument/2006/relationships/image" Target="../media/image29.png"/><Relationship Id="rId55" Type="http://schemas.openxmlformats.org/officeDocument/2006/relationships/customXml" Target="../ink/ink27.xml"/><Relationship Id="rId76" Type="http://schemas.openxmlformats.org/officeDocument/2006/relationships/image" Target="../media/image42.png"/><Relationship Id="rId97" Type="http://schemas.openxmlformats.org/officeDocument/2006/relationships/customXml" Target="../ink/ink48.xml"/><Relationship Id="rId104" Type="http://schemas.openxmlformats.org/officeDocument/2006/relationships/image" Target="../media/image56.png"/><Relationship Id="rId120" Type="http://schemas.openxmlformats.org/officeDocument/2006/relationships/image" Target="../media/image64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0.png"/><Relationship Id="rId2" Type="http://schemas.openxmlformats.org/officeDocument/2006/relationships/image" Target="../media/image5.png"/><Relationship Id="rId29" Type="http://schemas.openxmlformats.org/officeDocument/2006/relationships/customXml" Target="../ink/ink14.xml"/><Relationship Id="rId24" Type="http://schemas.openxmlformats.org/officeDocument/2006/relationships/image" Target="../media/image16.png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66" Type="http://schemas.openxmlformats.org/officeDocument/2006/relationships/image" Target="../media/image37.png"/><Relationship Id="rId87" Type="http://schemas.openxmlformats.org/officeDocument/2006/relationships/customXml" Target="../ink/ink43.xml"/><Relationship Id="rId110" Type="http://schemas.openxmlformats.org/officeDocument/2006/relationships/image" Target="../media/image59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72.png"/><Relationship Id="rId61" Type="http://schemas.openxmlformats.org/officeDocument/2006/relationships/customXml" Target="../ink/ink30.xml"/><Relationship Id="rId82" Type="http://schemas.openxmlformats.org/officeDocument/2006/relationships/image" Target="../media/image45.png"/><Relationship Id="rId19" Type="http://schemas.openxmlformats.org/officeDocument/2006/relationships/customXml" Target="../ink/ink9.xml"/><Relationship Id="rId14" Type="http://schemas.openxmlformats.org/officeDocument/2006/relationships/image" Target="../media/image11.png"/><Relationship Id="rId30" Type="http://schemas.openxmlformats.org/officeDocument/2006/relationships/image" Target="../media/image19.png"/><Relationship Id="rId35" Type="http://schemas.openxmlformats.org/officeDocument/2006/relationships/customXml" Target="../ink/ink17.xml"/><Relationship Id="rId56" Type="http://schemas.openxmlformats.org/officeDocument/2006/relationships/image" Target="../media/image32.png"/><Relationship Id="rId77" Type="http://schemas.openxmlformats.org/officeDocument/2006/relationships/customXml" Target="../ink/ink38.xml"/><Relationship Id="rId100" Type="http://schemas.openxmlformats.org/officeDocument/2006/relationships/image" Target="../media/image54.png"/><Relationship Id="rId105" Type="http://schemas.openxmlformats.org/officeDocument/2006/relationships/customXml" Target="../ink/ink52.xml"/><Relationship Id="rId126" Type="http://schemas.openxmlformats.org/officeDocument/2006/relationships/image" Target="../media/image67.png"/><Relationship Id="rId8" Type="http://schemas.openxmlformats.org/officeDocument/2006/relationships/image" Target="../media/image8.png"/><Relationship Id="rId51" Type="http://schemas.openxmlformats.org/officeDocument/2006/relationships/customXml" Target="../ink/ink25.xml"/><Relationship Id="rId72" Type="http://schemas.openxmlformats.org/officeDocument/2006/relationships/image" Target="../media/image40.png"/><Relationship Id="rId93" Type="http://schemas.openxmlformats.org/officeDocument/2006/relationships/customXml" Target="../ink/ink46.xml"/><Relationship Id="rId98" Type="http://schemas.openxmlformats.org/officeDocument/2006/relationships/image" Target="../media/image53.png"/><Relationship Id="rId121" Type="http://schemas.openxmlformats.org/officeDocument/2006/relationships/customXml" Target="../ink/ink60.xml"/><Relationship Id="rId142" Type="http://schemas.openxmlformats.org/officeDocument/2006/relationships/image" Target="../media/image75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7.png"/><Relationship Id="rId67" Type="http://schemas.openxmlformats.org/officeDocument/2006/relationships/customXml" Target="../ink/ink33.xml"/><Relationship Id="rId116" Type="http://schemas.openxmlformats.org/officeDocument/2006/relationships/image" Target="../media/image62.png"/><Relationship Id="rId137" Type="http://schemas.openxmlformats.org/officeDocument/2006/relationships/customXml" Target="../ink/ink68.xml"/><Relationship Id="rId20" Type="http://schemas.openxmlformats.org/officeDocument/2006/relationships/image" Target="../media/image14.png"/><Relationship Id="rId41" Type="http://schemas.openxmlformats.org/officeDocument/2006/relationships/customXml" Target="../ink/ink20.xml"/><Relationship Id="rId62" Type="http://schemas.openxmlformats.org/officeDocument/2006/relationships/image" Target="../media/image35.png"/><Relationship Id="rId83" Type="http://schemas.openxmlformats.org/officeDocument/2006/relationships/customXml" Target="../ink/ink41.xml"/><Relationship Id="rId88" Type="http://schemas.openxmlformats.org/officeDocument/2006/relationships/image" Target="../media/image48.png"/><Relationship Id="rId111" Type="http://schemas.openxmlformats.org/officeDocument/2006/relationships/customXml" Target="../ink/ink55.xml"/><Relationship Id="rId132" Type="http://schemas.openxmlformats.org/officeDocument/2006/relationships/image" Target="../media/image70.png"/><Relationship Id="rId15" Type="http://schemas.openxmlformats.org/officeDocument/2006/relationships/customXml" Target="../ink/ink7.xml"/><Relationship Id="rId36" Type="http://schemas.openxmlformats.org/officeDocument/2006/relationships/image" Target="../media/image22.png"/><Relationship Id="rId57" Type="http://schemas.openxmlformats.org/officeDocument/2006/relationships/customXml" Target="../ink/ink28.xml"/><Relationship Id="rId106" Type="http://schemas.openxmlformats.org/officeDocument/2006/relationships/image" Target="../media/image57.png"/><Relationship Id="rId127" Type="http://schemas.openxmlformats.org/officeDocument/2006/relationships/customXml" Target="../ink/ink63.xml"/><Relationship Id="rId10" Type="http://schemas.openxmlformats.org/officeDocument/2006/relationships/image" Target="../media/image9.png"/><Relationship Id="rId31" Type="http://schemas.openxmlformats.org/officeDocument/2006/relationships/customXml" Target="../ink/ink15.xml"/><Relationship Id="rId52" Type="http://schemas.openxmlformats.org/officeDocument/2006/relationships/image" Target="../media/image30.png"/><Relationship Id="rId73" Type="http://schemas.openxmlformats.org/officeDocument/2006/relationships/customXml" Target="../ink/ink36.xml"/><Relationship Id="rId78" Type="http://schemas.openxmlformats.org/officeDocument/2006/relationships/image" Target="../media/image43.png"/><Relationship Id="rId94" Type="http://schemas.openxmlformats.org/officeDocument/2006/relationships/image" Target="../media/image51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5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26" Type="http://schemas.openxmlformats.org/officeDocument/2006/relationships/image" Target="../media/image17.png"/><Relationship Id="rId47" Type="http://schemas.openxmlformats.org/officeDocument/2006/relationships/customXml" Target="../ink/ink23.xml"/><Relationship Id="rId68" Type="http://schemas.openxmlformats.org/officeDocument/2006/relationships/image" Target="../media/image38.png"/><Relationship Id="rId89" Type="http://schemas.openxmlformats.org/officeDocument/2006/relationships/customXml" Target="../ink/ink44.xml"/><Relationship Id="rId112" Type="http://schemas.openxmlformats.org/officeDocument/2006/relationships/image" Target="../media/image60.png"/><Relationship Id="rId133" Type="http://schemas.openxmlformats.org/officeDocument/2006/relationships/customXml" Target="../ink/ink66.xml"/><Relationship Id="rId16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47B7A2B-5E0C-9953-3B10-4D7EC340E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31377C-2515-4502-0A4D-C58C8B9E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91" y="4212357"/>
            <a:ext cx="9829302" cy="1045380"/>
          </a:xfrm>
        </p:spPr>
        <p:txBody>
          <a:bodyPr>
            <a:normAutofit/>
          </a:bodyPr>
          <a:lstStyle/>
          <a:p>
            <a:r>
              <a:rPr lang="de-DE" dirty="0"/>
              <a:t>Promotion Update - 09.07.2025</a:t>
            </a:r>
            <a:br>
              <a:rPr lang="de-DE" dirty="0"/>
            </a:br>
            <a:r>
              <a:rPr lang="de-DE" sz="2400" dirty="0"/>
              <a:t>NLTHA und Zufallsvariablen / Monte Carlo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88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2331C47-742E-0F0C-D962-3AFF8D9B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Inspektion NLTHA Ergebnisse</a:t>
            </a:r>
          </a:p>
        </p:txBody>
      </p:sp>
    </p:spTree>
    <p:extLst>
      <p:ext uri="{BB962C8B-B14F-4D97-AF65-F5344CB8AC3E}">
        <p14:creationId xmlns:p14="http://schemas.microsoft.com/office/powerpoint/2010/main" val="39207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D2BBA8AF-6C01-7F5B-05D3-E31BE99CC29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0661" y="1043546"/>
            <a:ext cx="5400000" cy="28087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Kollaps Fall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LS-Kollaps: Stockwerkverschiebung &gt; 20%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Skalierung:        3.461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SA(T1 = 0.41)</a:t>
            </a:r>
            <a:r>
              <a:rPr lang="de-DE" dirty="0"/>
              <a:t>:    2.53 g</a:t>
            </a:r>
            <a:r>
              <a:rPr lang="de-DE" noProof="0" dirty="0"/>
              <a:t> 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Sr:                       0.26 g</a:t>
            </a:r>
            <a:endParaRPr lang="de-DE" dirty="0"/>
          </a:p>
          <a:p>
            <a:pPr indent="-538163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57188" indent="-357188">
              <a:buFont typeface="Arial" panose="020B0604020202020204" pitchFamily="34" charset="0"/>
              <a:buChar char="•"/>
            </a:pPr>
            <a:r>
              <a:rPr lang="de-DE" dirty="0"/>
              <a:t>Schöne Darstellung des Verhaltens des Gebäudes</a:t>
            </a:r>
          </a:p>
          <a:p>
            <a:pPr marL="714375" lvl="1" indent="-355600">
              <a:buFont typeface="Arial" panose="020B0604020202020204" pitchFamily="34" charset="0"/>
              <a:buChar char="•"/>
            </a:pPr>
            <a:endParaRPr lang="de-DE" noProof="0" dirty="0"/>
          </a:p>
        </p:txBody>
      </p:sp>
      <p:pic>
        <p:nvPicPr>
          <p:cNvPr id="7" name="Grafik 6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22F06620-5B94-A53F-51BA-5EE9A2E36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1678410"/>
            <a:ext cx="5400000" cy="3806999"/>
          </a:xfrm>
          <a:prstGeom prst="rect">
            <a:avLst/>
          </a:prstGeom>
          <a:noFill/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E132679-9ED0-6C53-BE8A-14B0170A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88725"/>
            <a:ext cx="11312525" cy="576263"/>
          </a:xfrm>
        </p:spPr>
        <p:txBody>
          <a:bodyPr wrap="square" anchor="t">
            <a:normAutofit/>
          </a:bodyPr>
          <a:lstStyle/>
          <a:p>
            <a:r>
              <a:rPr lang="de-DE" dirty="0"/>
              <a:t>Inspektion NLTHA Ergebnisse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088512F-D3CA-DFF1-4FF1-F4331FAC8550}"/>
              </a:ext>
            </a:extLst>
          </p:cNvPr>
          <p:cNvSpPr txBox="1"/>
          <p:nvPr/>
        </p:nvSpPr>
        <p:spPr>
          <a:xfrm>
            <a:off x="2210953" y="1309078"/>
            <a:ext cx="2649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+mn-lt"/>
              </a:rPr>
              <a:t>3s_DC2_41 – Rekord 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400698AF-48B1-A699-B089-58AB41FBBDCF}"/>
                  </a:ext>
                </a:extLst>
              </p14:cNvPr>
              <p14:cNvContentPartPr/>
              <p14:nvPr/>
            </p14:nvContentPartPr>
            <p14:xfrm>
              <a:off x="8661250" y="4982770"/>
              <a:ext cx="311760" cy="412920"/>
            </p14:xfrm>
          </p:contentPart>
        </mc:Choice>
        <mc:Fallback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400698AF-48B1-A699-B089-58AB41FBBD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3250" y="4965130"/>
                <a:ext cx="347400" cy="44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900D2A9B-C35C-2156-3551-243EA114C9E4}"/>
              </a:ext>
            </a:extLst>
          </p:cNvPr>
          <p:cNvGrpSpPr/>
          <p:nvPr/>
        </p:nvGrpSpPr>
        <p:grpSpPr>
          <a:xfrm>
            <a:off x="6415570" y="4276210"/>
            <a:ext cx="1282320" cy="1316160"/>
            <a:chOff x="6415570" y="4276210"/>
            <a:chExt cx="1282320" cy="13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AB134D86-0923-EB0C-6B40-D5273EB4045D}"/>
                    </a:ext>
                  </a:extLst>
                </p14:cNvPr>
                <p14:cNvContentPartPr/>
                <p14:nvPr/>
              </p14:nvContentPartPr>
              <p14:xfrm>
                <a:off x="6504410" y="4334170"/>
                <a:ext cx="53280" cy="1258200"/>
              </p14:xfrm>
            </p:contentPart>
          </mc:Choice>
          <mc:Fallback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AB134D86-0923-EB0C-6B40-D5273EB404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86770" y="4316530"/>
                  <a:ext cx="88920" cy="12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3F8A96C1-63B4-E57D-0B54-71869ECD9D11}"/>
                    </a:ext>
                  </a:extLst>
                </p14:cNvPr>
                <p14:cNvContentPartPr/>
                <p14:nvPr/>
              </p14:nvContentPartPr>
              <p14:xfrm>
                <a:off x="6508010" y="4276210"/>
                <a:ext cx="1133640" cy="1265760"/>
              </p14:xfrm>
            </p:contentPart>
          </mc:Choice>
          <mc:Fallback>
            <p:pic>
              <p:nvPicPr>
                <p:cNvPr id="17" name="Freihand 16">
                  <a:extLst>
                    <a:ext uri="{FF2B5EF4-FFF2-40B4-BE49-F238E27FC236}">
                      <a16:creationId xmlns:a16="http://schemas.microsoft.com/office/drawing/2014/main" id="{3F8A96C1-63B4-E57D-0B54-71869ECD9D1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90370" y="4258210"/>
                  <a:ext cx="1169280" cy="13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94F7E468-F440-90EB-9D44-B63B527C00F1}"/>
                    </a:ext>
                  </a:extLst>
                </p14:cNvPr>
                <p14:cNvContentPartPr/>
                <p14:nvPr/>
              </p14:nvContentPartPr>
              <p14:xfrm>
                <a:off x="6864410" y="4307170"/>
                <a:ext cx="55800" cy="1190880"/>
              </p14:xfrm>
            </p:contentPart>
          </mc:Choice>
          <mc:Fallback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94F7E468-F440-90EB-9D44-B63B527C00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46770" y="4289530"/>
                  <a:ext cx="91440" cy="12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D6DC9719-66B0-6AA5-8133-20FD5FDA0C14}"/>
                    </a:ext>
                  </a:extLst>
                </p14:cNvPr>
                <p14:cNvContentPartPr/>
                <p14:nvPr/>
              </p14:nvContentPartPr>
              <p14:xfrm>
                <a:off x="7192370" y="4313650"/>
                <a:ext cx="60120" cy="1179360"/>
              </p14:xfrm>
            </p:contentPart>
          </mc:Choice>
          <mc:Fallback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D6DC9719-66B0-6AA5-8133-20FD5FDA0C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74730" y="4295650"/>
                  <a:ext cx="95760" cy="12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CB01DB05-65E9-208D-56C6-911F36B2D183}"/>
                    </a:ext>
                  </a:extLst>
                </p14:cNvPr>
                <p14:cNvContentPartPr/>
                <p14:nvPr/>
              </p14:nvContentPartPr>
              <p14:xfrm>
                <a:off x="6533210" y="4633330"/>
                <a:ext cx="1098360" cy="34560"/>
              </p14:xfrm>
            </p:contentPart>
          </mc:Choice>
          <mc:Fallback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CB01DB05-65E9-208D-56C6-911F36B2D1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15210" y="4615330"/>
                  <a:ext cx="1134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F9129E75-44B1-ECE3-D5D1-5700073EFF0B}"/>
                    </a:ext>
                  </a:extLst>
                </p14:cNvPr>
                <p14:cNvContentPartPr/>
                <p14:nvPr/>
              </p14:nvContentPartPr>
              <p14:xfrm>
                <a:off x="6560570" y="5012770"/>
                <a:ext cx="1051920" cy="46080"/>
              </p14:xfrm>
            </p:contentPart>
          </mc:Choice>
          <mc:Fallback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F9129E75-44B1-ECE3-D5D1-5700073EFF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42930" y="4995130"/>
                  <a:ext cx="1087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Freihand 22">
                  <a:extLst>
                    <a:ext uri="{FF2B5EF4-FFF2-40B4-BE49-F238E27FC236}">
                      <a16:creationId xmlns:a16="http://schemas.microsoft.com/office/drawing/2014/main" id="{6DF3EBE5-49CF-0E4E-3217-A5AEB4D3AB0C}"/>
                    </a:ext>
                  </a:extLst>
                </p14:cNvPr>
                <p14:cNvContentPartPr/>
                <p14:nvPr/>
              </p14:nvContentPartPr>
              <p14:xfrm>
                <a:off x="6579290" y="5037610"/>
                <a:ext cx="301680" cy="433440"/>
              </p14:xfrm>
            </p:contentPart>
          </mc:Choice>
          <mc:Fallback>
            <p:pic>
              <p:nvPicPr>
                <p:cNvPr id="23" name="Freihand 22">
                  <a:extLst>
                    <a:ext uri="{FF2B5EF4-FFF2-40B4-BE49-F238E27FC236}">
                      <a16:creationId xmlns:a16="http://schemas.microsoft.com/office/drawing/2014/main" id="{6DF3EBE5-49CF-0E4E-3217-A5AEB4D3AB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61290" y="5019970"/>
                  <a:ext cx="3373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B8C7B137-6D05-561D-2F02-A58E511B275E}"/>
                    </a:ext>
                  </a:extLst>
                </p14:cNvPr>
                <p14:cNvContentPartPr/>
                <p14:nvPr/>
              </p14:nvContentPartPr>
              <p14:xfrm>
                <a:off x="7257530" y="5058490"/>
                <a:ext cx="347760" cy="381240"/>
              </p14:xfrm>
            </p:contentPart>
          </mc:Choice>
          <mc:Fallback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B8C7B137-6D05-561D-2F02-A58E511B275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39530" y="5040490"/>
                  <a:ext cx="3834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0D495D24-D01B-A29F-FA8B-A6753303FA65}"/>
                    </a:ext>
                  </a:extLst>
                </p14:cNvPr>
                <p14:cNvContentPartPr/>
                <p14:nvPr/>
              </p14:nvContentPartPr>
              <p14:xfrm>
                <a:off x="6551210" y="4650610"/>
                <a:ext cx="328320" cy="352440"/>
              </p14:xfrm>
            </p:contentPart>
          </mc:Choice>
          <mc:Fallback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0D495D24-D01B-A29F-FA8B-A6753303FA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33570" y="4632610"/>
                  <a:ext cx="3639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B6FC7920-CE4C-BA06-1D5A-AC6F782CB7DE}"/>
                    </a:ext>
                  </a:extLst>
                </p14:cNvPr>
                <p14:cNvContentPartPr/>
                <p14:nvPr/>
              </p14:nvContentPartPr>
              <p14:xfrm>
                <a:off x="7254290" y="4659610"/>
                <a:ext cx="356400" cy="336960"/>
              </p14:xfrm>
            </p:contentPart>
          </mc:Choice>
          <mc:Fallback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B6FC7920-CE4C-BA06-1D5A-AC6F782CB7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36290" y="4641970"/>
                  <a:ext cx="3920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Freihand 26">
                  <a:extLst>
                    <a:ext uri="{FF2B5EF4-FFF2-40B4-BE49-F238E27FC236}">
                      <a16:creationId xmlns:a16="http://schemas.microsoft.com/office/drawing/2014/main" id="{2827D298-B665-6DC3-E025-54190D1ACDE7}"/>
                    </a:ext>
                  </a:extLst>
                </p14:cNvPr>
                <p14:cNvContentPartPr/>
                <p14:nvPr/>
              </p14:nvContentPartPr>
              <p14:xfrm>
                <a:off x="6544010" y="4323370"/>
                <a:ext cx="313920" cy="310680"/>
              </p14:xfrm>
            </p:contentPart>
          </mc:Choice>
          <mc:Fallback>
            <p:pic>
              <p:nvPicPr>
                <p:cNvPr id="27" name="Freihand 26">
                  <a:extLst>
                    <a:ext uri="{FF2B5EF4-FFF2-40B4-BE49-F238E27FC236}">
                      <a16:creationId xmlns:a16="http://schemas.microsoft.com/office/drawing/2014/main" id="{2827D298-B665-6DC3-E025-54190D1ACD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26370" y="4305730"/>
                  <a:ext cx="3495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Freihand 27">
                  <a:extLst>
                    <a:ext uri="{FF2B5EF4-FFF2-40B4-BE49-F238E27FC236}">
                      <a16:creationId xmlns:a16="http://schemas.microsoft.com/office/drawing/2014/main" id="{C5CE7B84-9636-AE85-8E38-9C5386107A28}"/>
                    </a:ext>
                  </a:extLst>
                </p14:cNvPr>
                <p14:cNvContentPartPr/>
                <p14:nvPr/>
              </p14:nvContentPartPr>
              <p14:xfrm>
                <a:off x="7209650" y="4307530"/>
                <a:ext cx="421920" cy="331200"/>
              </p14:xfrm>
            </p:contentPart>
          </mc:Choice>
          <mc:Fallback>
            <p:pic>
              <p:nvPicPr>
                <p:cNvPr id="28" name="Freihand 27">
                  <a:extLst>
                    <a:ext uri="{FF2B5EF4-FFF2-40B4-BE49-F238E27FC236}">
                      <a16:creationId xmlns:a16="http://schemas.microsoft.com/office/drawing/2014/main" id="{C5CE7B84-9636-AE85-8E38-9C5386107A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91650" y="4289890"/>
                  <a:ext cx="4575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8" name="Freihand 47">
                  <a:extLst>
                    <a:ext uri="{FF2B5EF4-FFF2-40B4-BE49-F238E27FC236}">
                      <a16:creationId xmlns:a16="http://schemas.microsoft.com/office/drawing/2014/main" id="{69962B63-4AF0-0AFD-B39B-F2C8E9A0C713}"/>
                    </a:ext>
                  </a:extLst>
                </p14:cNvPr>
                <p14:cNvContentPartPr/>
                <p14:nvPr/>
              </p14:nvContentPartPr>
              <p14:xfrm>
                <a:off x="6611770" y="5536090"/>
                <a:ext cx="1800" cy="720"/>
              </p14:xfrm>
            </p:contentPart>
          </mc:Choice>
          <mc:Fallback>
            <p:pic>
              <p:nvPicPr>
                <p:cNvPr id="48" name="Freihand 47">
                  <a:extLst>
                    <a:ext uri="{FF2B5EF4-FFF2-40B4-BE49-F238E27FC236}">
                      <a16:creationId xmlns:a16="http://schemas.microsoft.com/office/drawing/2014/main" id="{69962B63-4AF0-0AFD-B39B-F2C8E9A0C7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94130" y="5518090"/>
                  <a:ext cx="37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9" name="Freihand 48">
                  <a:extLst>
                    <a:ext uri="{FF2B5EF4-FFF2-40B4-BE49-F238E27FC236}">
                      <a16:creationId xmlns:a16="http://schemas.microsoft.com/office/drawing/2014/main" id="{6792D481-72C5-5435-DBC4-2D2ABD3D9365}"/>
                    </a:ext>
                  </a:extLst>
                </p14:cNvPr>
                <p14:cNvContentPartPr/>
                <p14:nvPr/>
              </p14:nvContentPartPr>
              <p14:xfrm>
                <a:off x="6415570" y="5530690"/>
                <a:ext cx="240840" cy="34200"/>
              </p14:xfrm>
            </p:contentPart>
          </mc:Choice>
          <mc:Fallback>
            <p:pic>
              <p:nvPicPr>
                <p:cNvPr id="49" name="Freihand 48">
                  <a:extLst>
                    <a:ext uri="{FF2B5EF4-FFF2-40B4-BE49-F238E27FC236}">
                      <a16:creationId xmlns:a16="http://schemas.microsoft.com/office/drawing/2014/main" id="{6792D481-72C5-5435-DBC4-2D2ABD3D93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7570" y="5513050"/>
                  <a:ext cx="276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0" name="Freihand 49">
                  <a:extLst>
                    <a:ext uri="{FF2B5EF4-FFF2-40B4-BE49-F238E27FC236}">
                      <a16:creationId xmlns:a16="http://schemas.microsoft.com/office/drawing/2014/main" id="{79CF9BA0-F097-EBEB-B532-1DA6AE38EA95}"/>
                    </a:ext>
                  </a:extLst>
                </p14:cNvPr>
                <p14:cNvContentPartPr/>
                <p14:nvPr/>
              </p14:nvContentPartPr>
              <p14:xfrm>
                <a:off x="6816970" y="5487850"/>
                <a:ext cx="173160" cy="24480"/>
              </p14:xfrm>
            </p:contentPart>
          </mc:Choice>
          <mc:Fallback>
            <p:pic>
              <p:nvPicPr>
                <p:cNvPr id="50" name="Freihand 49">
                  <a:extLst>
                    <a:ext uri="{FF2B5EF4-FFF2-40B4-BE49-F238E27FC236}">
                      <a16:creationId xmlns:a16="http://schemas.microsoft.com/office/drawing/2014/main" id="{79CF9BA0-F097-EBEB-B532-1DA6AE38EA9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98970" y="5469850"/>
                  <a:ext cx="208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1" name="Freihand 50">
                  <a:extLst>
                    <a:ext uri="{FF2B5EF4-FFF2-40B4-BE49-F238E27FC236}">
                      <a16:creationId xmlns:a16="http://schemas.microsoft.com/office/drawing/2014/main" id="{B82B1AE0-08C0-A012-E7FC-389EB4DCCDA3}"/>
                    </a:ext>
                  </a:extLst>
                </p14:cNvPr>
                <p14:cNvContentPartPr/>
                <p14:nvPr/>
              </p14:nvContentPartPr>
              <p14:xfrm>
                <a:off x="7162930" y="5496490"/>
                <a:ext cx="153720" cy="12240"/>
              </p14:xfrm>
            </p:contentPart>
          </mc:Choice>
          <mc:Fallback>
            <p:pic>
              <p:nvPicPr>
                <p:cNvPr id="51" name="Freihand 50">
                  <a:extLst>
                    <a:ext uri="{FF2B5EF4-FFF2-40B4-BE49-F238E27FC236}">
                      <a16:creationId xmlns:a16="http://schemas.microsoft.com/office/drawing/2014/main" id="{B82B1AE0-08C0-A012-E7FC-389EB4DCCDA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45290" y="5478490"/>
                  <a:ext cx="189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3" name="Freihand 52">
                  <a:extLst>
                    <a:ext uri="{FF2B5EF4-FFF2-40B4-BE49-F238E27FC236}">
                      <a16:creationId xmlns:a16="http://schemas.microsoft.com/office/drawing/2014/main" id="{4F5C8735-503D-B039-CF3B-FEF3C667AA60}"/>
                    </a:ext>
                  </a:extLst>
                </p14:cNvPr>
                <p14:cNvContentPartPr/>
                <p14:nvPr/>
              </p14:nvContentPartPr>
              <p14:xfrm>
                <a:off x="7542370" y="5499730"/>
                <a:ext cx="155520" cy="14760"/>
              </p14:xfrm>
            </p:contentPart>
          </mc:Choice>
          <mc:Fallback>
            <p:pic>
              <p:nvPicPr>
                <p:cNvPr id="53" name="Freihand 52">
                  <a:extLst>
                    <a:ext uri="{FF2B5EF4-FFF2-40B4-BE49-F238E27FC236}">
                      <a16:creationId xmlns:a16="http://schemas.microsoft.com/office/drawing/2014/main" id="{4F5C8735-503D-B039-CF3B-FEF3C667AA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24730" y="5481730"/>
                  <a:ext cx="1911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A5506768-0792-D4E5-2043-94EAAA4C2B55}"/>
              </a:ext>
            </a:extLst>
          </p:cNvPr>
          <p:cNvGrpSpPr/>
          <p:nvPr/>
        </p:nvGrpSpPr>
        <p:grpSpPr>
          <a:xfrm>
            <a:off x="8490970" y="4221850"/>
            <a:ext cx="1192240" cy="1263240"/>
            <a:chOff x="8490970" y="4221850"/>
            <a:chExt cx="1192240" cy="12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Freihand 29">
                  <a:extLst>
                    <a:ext uri="{FF2B5EF4-FFF2-40B4-BE49-F238E27FC236}">
                      <a16:creationId xmlns:a16="http://schemas.microsoft.com/office/drawing/2014/main" id="{E959F152-E0EE-DC4D-DCA0-2FF807330228}"/>
                    </a:ext>
                  </a:extLst>
                </p14:cNvPr>
                <p14:cNvContentPartPr/>
                <p14:nvPr/>
              </p14:nvContentPartPr>
              <p14:xfrm>
                <a:off x="8601050" y="4273690"/>
                <a:ext cx="18720" cy="1211400"/>
              </p14:xfrm>
            </p:contentPart>
          </mc:Choice>
          <mc:Fallback>
            <p:pic>
              <p:nvPicPr>
                <p:cNvPr id="30" name="Freihand 29">
                  <a:extLst>
                    <a:ext uri="{FF2B5EF4-FFF2-40B4-BE49-F238E27FC236}">
                      <a16:creationId xmlns:a16="http://schemas.microsoft.com/office/drawing/2014/main" id="{E959F152-E0EE-DC4D-DCA0-2FF8073302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83050" y="4256050"/>
                  <a:ext cx="54360" cy="12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Freihand 30">
                  <a:extLst>
                    <a:ext uri="{FF2B5EF4-FFF2-40B4-BE49-F238E27FC236}">
                      <a16:creationId xmlns:a16="http://schemas.microsoft.com/office/drawing/2014/main" id="{D58C6FA4-6660-968A-3188-5F4C1E579078}"/>
                    </a:ext>
                  </a:extLst>
                </p14:cNvPr>
                <p14:cNvContentPartPr/>
                <p14:nvPr/>
              </p14:nvContentPartPr>
              <p14:xfrm>
                <a:off x="8622290" y="4221850"/>
                <a:ext cx="973800" cy="51120"/>
              </p14:xfrm>
            </p:contentPart>
          </mc:Choice>
          <mc:Fallback>
            <p:pic>
              <p:nvPicPr>
                <p:cNvPr id="31" name="Freihand 30">
                  <a:extLst>
                    <a:ext uri="{FF2B5EF4-FFF2-40B4-BE49-F238E27FC236}">
                      <a16:creationId xmlns:a16="http://schemas.microsoft.com/office/drawing/2014/main" id="{D58C6FA4-6660-968A-3188-5F4C1E57907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04290" y="4204210"/>
                  <a:ext cx="1009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Freihand 31">
                  <a:extLst>
                    <a:ext uri="{FF2B5EF4-FFF2-40B4-BE49-F238E27FC236}">
                      <a16:creationId xmlns:a16="http://schemas.microsoft.com/office/drawing/2014/main" id="{F2B689C8-9DB3-6C2C-CEE5-E75767E81806}"/>
                    </a:ext>
                  </a:extLst>
                </p14:cNvPr>
                <p14:cNvContentPartPr/>
                <p14:nvPr/>
              </p14:nvContentPartPr>
              <p14:xfrm>
                <a:off x="9623810" y="4261090"/>
                <a:ext cx="31680" cy="1130040"/>
              </p14:xfrm>
            </p:contentPart>
          </mc:Choice>
          <mc:Fallback>
            <p:pic>
              <p:nvPicPr>
                <p:cNvPr id="32" name="Freihand 31">
                  <a:extLst>
                    <a:ext uri="{FF2B5EF4-FFF2-40B4-BE49-F238E27FC236}">
                      <a16:creationId xmlns:a16="http://schemas.microsoft.com/office/drawing/2014/main" id="{F2B689C8-9DB3-6C2C-CEE5-E75767E8180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06170" y="4243450"/>
                  <a:ext cx="67320" cy="11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Freihand 32">
                  <a:extLst>
                    <a:ext uri="{FF2B5EF4-FFF2-40B4-BE49-F238E27FC236}">
                      <a16:creationId xmlns:a16="http://schemas.microsoft.com/office/drawing/2014/main" id="{CCA22505-7838-3D69-9779-76580A3484F0}"/>
                    </a:ext>
                  </a:extLst>
                </p14:cNvPr>
                <p14:cNvContentPartPr/>
                <p14:nvPr/>
              </p14:nvContentPartPr>
              <p14:xfrm>
                <a:off x="8951330" y="4254610"/>
                <a:ext cx="35640" cy="1108440"/>
              </p14:xfrm>
            </p:contentPart>
          </mc:Choice>
          <mc:Fallback>
            <p:pic>
              <p:nvPicPr>
                <p:cNvPr id="33" name="Freihand 32">
                  <a:extLst>
                    <a:ext uri="{FF2B5EF4-FFF2-40B4-BE49-F238E27FC236}">
                      <a16:creationId xmlns:a16="http://schemas.microsoft.com/office/drawing/2014/main" id="{CCA22505-7838-3D69-9779-76580A3484F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33330" y="4236970"/>
                  <a:ext cx="71280" cy="11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Freihand 33">
                  <a:extLst>
                    <a:ext uri="{FF2B5EF4-FFF2-40B4-BE49-F238E27FC236}">
                      <a16:creationId xmlns:a16="http://schemas.microsoft.com/office/drawing/2014/main" id="{B3CB5EEE-11F6-1540-712F-827834192BAA}"/>
                    </a:ext>
                  </a:extLst>
                </p14:cNvPr>
                <p14:cNvContentPartPr/>
                <p14:nvPr/>
              </p14:nvContentPartPr>
              <p14:xfrm>
                <a:off x="9282890" y="4263250"/>
                <a:ext cx="34560" cy="1202760"/>
              </p14:xfrm>
            </p:contentPart>
          </mc:Choice>
          <mc:Fallback>
            <p:pic>
              <p:nvPicPr>
                <p:cNvPr id="34" name="Freihand 33">
                  <a:extLst>
                    <a:ext uri="{FF2B5EF4-FFF2-40B4-BE49-F238E27FC236}">
                      <a16:creationId xmlns:a16="http://schemas.microsoft.com/office/drawing/2014/main" id="{B3CB5EEE-11F6-1540-712F-827834192B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64890" y="4245610"/>
                  <a:ext cx="70200" cy="12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3FD816F4-C8B6-B5D3-ED58-A4EC664D532F}"/>
                    </a:ext>
                  </a:extLst>
                </p14:cNvPr>
                <p14:cNvContentPartPr/>
                <p14:nvPr/>
              </p14:nvContentPartPr>
              <p14:xfrm>
                <a:off x="8965010" y="5309050"/>
                <a:ext cx="5400" cy="108720"/>
              </p14:xfrm>
            </p:contentPart>
          </mc:Choice>
          <mc:Fallback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3FD816F4-C8B6-B5D3-ED58-A4EC664D532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47370" y="5291050"/>
                  <a:ext cx="41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Freihand 36">
                  <a:extLst>
                    <a:ext uri="{FF2B5EF4-FFF2-40B4-BE49-F238E27FC236}">
                      <a16:creationId xmlns:a16="http://schemas.microsoft.com/office/drawing/2014/main" id="{7311411E-734A-51AA-94EE-6BC484FAF832}"/>
                    </a:ext>
                  </a:extLst>
                </p14:cNvPr>
                <p14:cNvContentPartPr/>
                <p14:nvPr/>
              </p14:nvContentPartPr>
              <p14:xfrm>
                <a:off x="8668370" y="4582570"/>
                <a:ext cx="991800" cy="70560"/>
              </p14:xfrm>
            </p:contentPart>
          </mc:Choice>
          <mc:Fallback>
            <p:pic>
              <p:nvPicPr>
                <p:cNvPr id="37" name="Freihand 36">
                  <a:extLst>
                    <a:ext uri="{FF2B5EF4-FFF2-40B4-BE49-F238E27FC236}">
                      <a16:creationId xmlns:a16="http://schemas.microsoft.com/office/drawing/2014/main" id="{7311411E-734A-51AA-94EE-6BC484FAF8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50370" y="4564570"/>
                  <a:ext cx="1027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Freihand 37">
                  <a:extLst>
                    <a:ext uri="{FF2B5EF4-FFF2-40B4-BE49-F238E27FC236}">
                      <a16:creationId xmlns:a16="http://schemas.microsoft.com/office/drawing/2014/main" id="{6B38B96F-1B24-8800-F68E-B27E1F30D8BF}"/>
                    </a:ext>
                  </a:extLst>
                </p14:cNvPr>
                <p14:cNvContentPartPr/>
                <p14:nvPr/>
              </p14:nvContentPartPr>
              <p14:xfrm>
                <a:off x="8642450" y="4978930"/>
                <a:ext cx="1024560" cy="70920"/>
              </p14:xfrm>
            </p:contentPart>
          </mc:Choice>
          <mc:Fallback>
            <p:pic>
              <p:nvPicPr>
                <p:cNvPr id="38" name="Freihand 37">
                  <a:extLst>
                    <a:ext uri="{FF2B5EF4-FFF2-40B4-BE49-F238E27FC236}">
                      <a16:creationId xmlns:a16="http://schemas.microsoft.com/office/drawing/2014/main" id="{6B38B96F-1B24-8800-F68E-B27E1F30D8B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624810" y="4961290"/>
                  <a:ext cx="1060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Freihand 39">
                  <a:extLst>
                    <a:ext uri="{FF2B5EF4-FFF2-40B4-BE49-F238E27FC236}">
                      <a16:creationId xmlns:a16="http://schemas.microsoft.com/office/drawing/2014/main" id="{E490301F-2D53-6F7E-280B-BFD741CD8ED6}"/>
                    </a:ext>
                  </a:extLst>
                </p14:cNvPr>
                <p14:cNvContentPartPr/>
                <p14:nvPr/>
              </p14:nvContentPartPr>
              <p14:xfrm>
                <a:off x="8646770" y="4629010"/>
                <a:ext cx="327600" cy="338040"/>
              </p14:xfrm>
            </p:contentPart>
          </mc:Choice>
          <mc:Fallback>
            <p:pic>
              <p:nvPicPr>
                <p:cNvPr id="40" name="Freihand 39">
                  <a:extLst>
                    <a:ext uri="{FF2B5EF4-FFF2-40B4-BE49-F238E27FC236}">
                      <a16:creationId xmlns:a16="http://schemas.microsoft.com/office/drawing/2014/main" id="{E490301F-2D53-6F7E-280B-BFD741CD8E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29130" y="4611370"/>
                  <a:ext cx="3632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Freihand 40">
                  <a:extLst>
                    <a:ext uri="{FF2B5EF4-FFF2-40B4-BE49-F238E27FC236}">
                      <a16:creationId xmlns:a16="http://schemas.microsoft.com/office/drawing/2014/main" id="{1A5D947E-C6C5-EF74-06DC-5E1607F80FC4}"/>
                    </a:ext>
                  </a:extLst>
                </p14:cNvPr>
                <p14:cNvContentPartPr/>
                <p14:nvPr/>
              </p14:nvContentPartPr>
              <p14:xfrm>
                <a:off x="8671250" y="4274410"/>
                <a:ext cx="280440" cy="252360"/>
              </p14:xfrm>
            </p:contentPart>
          </mc:Choice>
          <mc:Fallback>
            <p:pic>
              <p:nvPicPr>
                <p:cNvPr id="41" name="Freihand 40">
                  <a:extLst>
                    <a:ext uri="{FF2B5EF4-FFF2-40B4-BE49-F238E27FC236}">
                      <a16:creationId xmlns:a16="http://schemas.microsoft.com/office/drawing/2014/main" id="{1A5D947E-C6C5-EF74-06DC-5E1607F80F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53250" y="4256770"/>
                  <a:ext cx="3160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Freihand 41">
                  <a:extLst>
                    <a:ext uri="{FF2B5EF4-FFF2-40B4-BE49-F238E27FC236}">
                      <a16:creationId xmlns:a16="http://schemas.microsoft.com/office/drawing/2014/main" id="{B83AB99B-074A-F566-17CE-43A951DAE94C}"/>
                    </a:ext>
                  </a:extLst>
                </p14:cNvPr>
                <p14:cNvContentPartPr/>
                <p14:nvPr/>
              </p14:nvContentPartPr>
              <p14:xfrm>
                <a:off x="9301610" y="4273690"/>
                <a:ext cx="381600" cy="381960"/>
              </p14:xfrm>
            </p:contentPart>
          </mc:Choice>
          <mc:Fallback>
            <p:pic>
              <p:nvPicPr>
                <p:cNvPr id="42" name="Freihand 41">
                  <a:extLst>
                    <a:ext uri="{FF2B5EF4-FFF2-40B4-BE49-F238E27FC236}">
                      <a16:creationId xmlns:a16="http://schemas.microsoft.com/office/drawing/2014/main" id="{B83AB99B-074A-F566-17CE-43A951DAE9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83970" y="4256050"/>
                  <a:ext cx="417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Freihand 42">
                  <a:extLst>
                    <a:ext uri="{FF2B5EF4-FFF2-40B4-BE49-F238E27FC236}">
                      <a16:creationId xmlns:a16="http://schemas.microsoft.com/office/drawing/2014/main" id="{11C68F9C-41DC-A183-03A3-57F4A44DF0E4}"/>
                    </a:ext>
                  </a:extLst>
                </p14:cNvPr>
                <p14:cNvContentPartPr/>
                <p14:nvPr/>
              </p14:nvContentPartPr>
              <p14:xfrm>
                <a:off x="9321410" y="4682290"/>
                <a:ext cx="308160" cy="333000"/>
              </p14:xfrm>
            </p:contentPart>
          </mc:Choice>
          <mc:Fallback>
            <p:pic>
              <p:nvPicPr>
                <p:cNvPr id="43" name="Freihand 42">
                  <a:extLst>
                    <a:ext uri="{FF2B5EF4-FFF2-40B4-BE49-F238E27FC236}">
                      <a16:creationId xmlns:a16="http://schemas.microsoft.com/office/drawing/2014/main" id="{11C68F9C-41DC-A183-03A3-57F4A44DF0E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03770" y="4664650"/>
                  <a:ext cx="3438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Freihand 43">
                  <a:extLst>
                    <a:ext uri="{FF2B5EF4-FFF2-40B4-BE49-F238E27FC236}">
                      <a16:creationId xmlns:a16="http://schemas.microsoft.com/office/drawing/2014/main" id="{7508B5EB-1580-4EAA-35E2-EC5CA3DE36B9}"/>
                    </a:ext>
                  </a:extLst>
                </p14:cNvPr>
                <p14:cNvContentPartPr/>
                <p14:nvPr/>
              </p14:nvContentPartPr>
              <p14:xfrm>
                <a:off x="8645690" y="4491130"/>
                <a:ext cx="64800" cy="73440"/>
              </p14:xfrm>
            </p:contentPart>
          </mc:Choice>
          <mc:Fallback>
            <p:pic>
              <p:nvPicPr>
                <p:cNvPr id="44" name="Freihand 43">
                  <a:extLst>
                    <a:ext uri="{FF2B5EF4-FFF2-40B4-BE49-F238E27FC236}">
                      <a16:creationId xmlns:a16="http://schemas.microsoft.com/office/drawing/2014/main" id="{7508B5EB-1580-4EAA-35E2-EC5CA3DE36B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27690" y="4473490"/>
                  <a:ext cx="100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Freihand 53">
                  <a:extLst>
                    <a:ext uri="{FF2B5EF4-FFF2-40B4-BE49-F238E27FC236}">
                      <a16:creationId xmlns:a16="http://schemas.microsoft.com/office/drawing/2014/main" id="{19C99E7B-49E2-8F03-D0A7-6F36A1BA2334}"/>
                    </a:ext>
                  </a:extLst>
                </p14:cNvPr>
                <p14:cNvContentPartPr/>
                <p14:nvPr/>
              </p14:nvContentPartPr>
              <p14:xfrm>
                <a:off x="8490970" y="5451850"/>
                <a:ext cx="185400" cy="12600"/>
              </p14:xfrm>
            </p:contentPart>
          </mc:Choice>
          <mc:Fallback>
            <p:pic>
              <p:nvPicPr>
                <p:cNvPr id="54" name="Freihand 53">
                  <a:extLst>
                    <a:ext uri="{FF2B5EF4-FFF2-40B4-BE49-F238E27FC236}">
                      <a16:creationId xmlns:a16="http://schemas.microsoft.com/office/drawing/2014/main" id="{19C99E7B-49E2-8F03-D0A7-6F36A1BA233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73330" y="5434210"/>
                  <a:ext cx="221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Freihand 54">
                  <a:extLst>
                    <a:ext uri="{FF2B5EF4-FFF2-40B4-BE49-F238E27FC236}">
                      <a16:creationId xmlns:a16="http://schemas.microsoft.com/office/drawing/2014/main" id="{544A957D-66CC-ECF7-C836-EB9206994EBB}"/>
                    </a:ext>
                  </a:extLst>
                </p14:cNvPr>
                <p14:cNvContentPartPr/>
                <p14:nvPr/>
              </p14:nvContentPartPr>
              <p14:xfrm>
                <a:off x="8883730" y="5433490"/>
                <a:ext cx="142920" cy="12600"/>
              </p14:xfrm>
            </p:contentPart>
          </mc:Choice>
          <mc:Fallback>
            <p:pic>
              <p:nvPicPr>
                <p:cNvPr id="55" name="Freihand 54">
                  <a:extLst>
                    <a:ext uri="{FF2B5EF4-FFF2-40B4-BE49-F238E27FC236}">
                      <a16:creationId xmlns:a16="http://schemas.microsoft.com/office/drawing/2014/main" id="{544A957D-66CC-ECF7-C836-EB9206994E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65730" y="5415490"/>
                  <a:ext cx="178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Freihand 55">
                  <a:extLst>
                    <a:ext uri="{FF2B5EF4-FFF2-40B4-BE49-F238E27FC236}">
                      <a16:creationId xmlns:a16="http://schemas.microsoft.com/office/drawing/2014/main" id="{F02DB492-8F5A-B64A-8720-7B2564219259}"/>
                    </a:ext>
                  </a:extLst>
                </p14:cNvPr>
                <p14:cNvContentPartPr/>
                <p14:nvPr/>
              </p14:nvContentPartPr>
              <p14:xfrm>
                <a:off x="9255970" y="5435290"/>
                <a:ext cx="118440" cy="23760"/>
              </p14:xfrm>
            </p:contentPart>
          </mc:Choice>
          <mc:Fallback>
            <p:pic>
              <p:nvPicPr>
                <p:cNvPr id="56" name="Freihand 55">
                  <a:extLst>
                    <a:ext uri="{FF2B5EF4-FFF2-40B4-BE49-F238E27FC236}">
                      <a16:creationId xmlns:a16="http://schemas.microsoft.com/office/drawing/2014/main" id="{F02DB492-8F5A-B64A-8720-7B256421925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237970" y="5417290"/>
                  <a:ext cx="154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Freihand 56">
                  <a:extLst>
                    <a:ext uri="{FF2B5EF4-FFF2-40B4-BE49-F238E27FC236}">
                      <a16:creationId xmlns:a16="http://schemas.microsoft.com/office/drawing/2014/main" id="{8638F6F7-A02F-DD56-D256-8CFC24EC6023}"/>
                    </a:ext>
                  </a:extLst>
                </p14:cNvPr>
                <p14:cNvContentPartPr/>
                <p14:nvPr/>
              </p14:nvContentPartPr>
              <p14:xfrm>
                <a:off x="9594370" y="5440330"/>
                <a:ext cx="79920" cy="14760"/>
              </p14:xfrm>
            </p:contentPart>
          </mc:Choice>
          <mc:Fallback>
            <p:pic>
              <p:nvPicPr>
                <p:cNvPr id="57" name="Freihand 56">
                  <a:extLst>
                    <a:ext uri="{FF2B5EF4-FFF2-40B4-BE49-F238E27FC236}">
                      <a16:creationId xmlns:a16="http://schemas.microsoft.com/office/drawing/2014/main" id="{8638F6F7-A02F-DD56-D256-8CFC24EC602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76370" y="5422690"/>
                  <a:ext cx="115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E24D3285-0269-DA06-6C7C-9E430A9ED5F1}"/>
                    </a:ext>
                  </a:extLst>
                </p14:cNvPr>
                <p14:cNvContentPartPr/>
                <p14:nvPr/>
              </p14:nvContentPartPr>
              <p14:xfrm>
                <a:off x="9623890" y="5347090"/>
                <a:ext cx="18720" cy="127800"/>
              </p14:xfrm>
            </p:contentPart>
          </mc:Choice>
          <mc:Fallback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E24D3285-0269-DA06-6C7C-9E430A9ED5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05890" y="5329450"/>
                  <a:ext cx="543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03A09949-8F78-1A8A-EC0A-EDB2BC96D75E}"/>
              </a:ext>
            </a:extLst>
          </p:cNvPr>
          <p:cNvGrpSpPr/>
          <p:nvPr/>
        </p:nvGrpSpPr>
        <p:grpSpPr>
          <a:xfrm>
            <a:off x="10408510" y="4200130"/>
            <a:ext cx="1253880" cy="1256760"/>
            <a:chOff x="10408510" y="4200130"/>
            <a:chExt cx="1253880" cy="12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Freihand 60">
                  <a:extLst>
                    <a:ext uri="{FF2B5EF4-FFF2-40B4-BE49-F238E27FC236}">
                      <a16:creationId xmlns:a16="http://schemas.microsoft.com/office/drawing/2014/main" id="{BBC8C0EF-F692-FEC3-EC34-EA270648B99D}"/>
                    </a:ext>
                  </a:extLst>
                </p14:cNvPr>
                <p14:cNvContentPartPr/>
                <p14:nvPr/>
              </p14:nvContentPartPr>
              <p14:xfrm>
                <a:off x="11576350" y="4212730"/>
                <a:ext cx="67680" cy="899640"/>
              </p14:xfrm>
            </p:contentPart>
          </mc:Choice>
          <mc:Fallback>
            <p:pic>
              <p:nvPicPr>
                <p:cNvPr id="61" name="Freihand 60">
                  <a:extLst>
                    <a:ext uri="{FF2B5EF4-FFF2-40B4-BE49-F238E27FC236}">
                      <a16:creationId xmlns:a16="http://schemas.microsoft.com/office/drawing/2014/main" id="{BBC8C0EF-F692-FEC3-EC34-EA270648B99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558710" y="4194730"/>
                  <a:ext cx="103320" cy="9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Freihand 61">
                  <a:extLst>
                    <a:ext uri="{FF2B5EF4-FFF2-40B4-BE49-F238E27FC236}">
                      <a16:creationId xmlns:a16="http://schemas.microsoft.com/office/drawing/2014/main" id="{458D0D03-3A20-EFB1-0B35-F7C4A906C34D}"/>
                    </a:ext>
                  </a:extLst>
                </p14:cNvPr>
                <p14:cNvContentPartPr/>
                <p14:nvPr/>
              </p14:nvContentPartPr>
              <p14:xfrm>
                <a:off x="10681750" y="4200130"/>
                <a:ext cx="926640" cy="45720"/>
              </p14:xfrm>
            </p:contentPart>
          </mc:Choice>
          <mc:Fallback>
            <p:pic>
              <p:nvPicPr>
                <p:cNvPr id="62" name="Freihand 61">
                  <a:extLst>
                    <a:ext uri="{FF2B5EF4-FFF2-40B4-BE49-F238E27FC236}">
                      <a16:creationId xmlns:a16="http://schemas.microsoft.com/office/drawing/2014/main" id="{458D0D03-3A20-EFB1-0B35-F7C4A906C34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63750" y="4182490"/>
                  <a:ext cx="962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Freihand 62">
                  <a:extLst>
                    <a:ext uri="{FF2B5EF4-FFF2-40B4-BE49-F238E27FC236}">
                      <a16:creationId xmlns:a16="http://schemas.microsoft.com/office/drawing/2014/main" id="{CF997ECA-131F-074B-6356-DDDA6CCE900F}"/>
                    </a:ext>
                  </a:extLst>
                </p14:cNvPr>
                <p14:cNvContentPartPr/>
                <p14:nvPr/>
              </p14:nvContentPartPr>
              <p14:xfrm>
                <a:off x="10647550" y="4229290"/>
                <a:ext cx="61200" cy="861840"/>
              </p14:xfrm>
            </p:contentPart>
          </mc:Choice>
          <mc:Fallback>
            <p:pic>
              <p:nvPicPr>
                <p:cNvPr id="63" name="Freihand 62">
                  <a:extLst>
                    <a:ext uri="{FF2B5EF4-FFF2-40B4-BE49-F238E27FC236}">
                      <a16:creationId xmlns:a16="http://schemas.microsoft.com/office/drawing/2014/main" id="{CF997ECA-131F-074B-6356-DDDA6CCE900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29910" y="4211290"/>
                  <a:ext cx="9684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Freihand 63">
                  <a:extLst>
                    <a:ext uri="{FF2B5EF4-FFF2-40B4-BE49-F238E27FC236}">
                      <a16:creationId xmlns:a16="http://schemas.microsoft.com/office/drawing/2014/main" id="{A3867B4F-CD44-A624-F763-91B59408CD45}"/>
                    </a:ext>
                  </a:extLst>
                </p14:cNvPr>
                <p14:cNvContentPartPr/>
                <p14:nvPr/>
              </p14:nvContentPartPr>
              <p14:xfrm>
                <a:off x="11016550" y="4271410"/>
                <a:ext cx="22320" cy="777240"/>
              </p14:xfrm>
            </p:contentPart>
          </mc:Choice>
          <mc:Fallback>
            <p:pic>
              <p:nvPicPr>
                <p:cNvPr id="64" name="Freihand 63">
                  <a:extLst>
                    <a:ext uri="{FF2B5EF4-FFF2-40B4-BE49-F238E27FC236}">
                      <a16:creationId xmlns:a16="http://schemas.microsoft.com/office/drawing/2014/main" id="{A3867B4F-CD44-A624-F763-91B59408CD4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998910" y="4253410"/>
                  <a:ext cx="5796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Freihand 64">
                  <a:extLst>
                    <a:ext uri="{FF2B5EF4-FFF2-40B4-BE49-F238E27FC236}">
                      <a16:creationId xmlns:a16="http://schemas.microsoft.com/office/drawing/2014/main" id="{90578423-B1EE-051B-A11E-F19D4EE06302}"/>
                    </a:ext>
                  </a:extLst>
                </p14:cNvPr>
                <p14:cNvContentPartPr/>
                <p14:nvPr/>
              </p14:nvContentPartPr>
              <p14:xfrm>
                <a:off x="11349550" y="4258090"/>
                <a:ext cx="73080" cy="822600"/>
              </p14:xfrm>
            </p:contentPart>
          </mc:Choice>
          <mc:Fallback>
            <p:pic>
              <p:nvPicPr>
                <p:cNvPr id="65" name="Freihand 64">
                  <a:extLst>
                    <a:ext uri="{FF2B5EF4-FFF2-40B4-BE49-F238E27FC236}">
                      <a16:creationId xmlns:a16="http://schemas.microsoft.com/office/drawing/2014/main" id="{90578423-B1EE-051B-A11E-F19D4EE0630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331910" y="4240090"/>
                  <a:ext cx="10872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Freihand 65">
                  <a:extLst>
                    <a:ext uri="{FF2B5EF4-FFF2-40B4-BE49-F238E27FC236}">
                      <a16:creationId xmlns:a16="http://schemas.microsoft.com/office/drawing/2014/main" id="{E93D9A65-D6AB-0B3F-8888-53798059ED2A}"/>
                    </a:ext>
                  </a:extLst>
                </p14:cNvPr>
                <p14:cNvContentPartPr/>
                <p14:nvPr/>
              </p14:nvContentPartPr>
              <p14:xfrm>
                <a:off x="11021590" y="4980970"/>
                <a:ext cx="23040" cy="122760"/>
              </p14:xfrm>
            </p:contentPart>
          </mc:Choice>
          <mc:Fallback>
            <p:pic>
              <p:nvPicPr>
                <p:cNvPr id="66" name="Freihand 65">
                  <a:extLst>
                    <a:ext uri="{FF2B5EF4-FFF2-40B4-BE49-F238E27FC236}">
                      <a16:creationId xmlns:a16="http://schemas.microsoft.com/office/drawing/2014/main" id="{E93D9A65-D6AB-0B3F-8888-53798059ED2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003590" y="4963330"/>
                  <a:ext cx="58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7" name="Freihand 66">
                  <a:extLst>
                    <a:ext uri="{FF2B5EF4-FFF2-40B4-BE49-F238E27FC236}">
                      <a16:creationId xmlns:a16="http://schemas.microsoft.com/office/drawing/2014/main" id="{7135A397-6899-8568-53D2-67BDB11C4B99}"/>
                    </a:ext>
                  </a:extLst>
                </p14:cNvPr>
                <p14:cNvContentPartPr/>
                <p14:nvPr/>
              </p14:nvContentPartPr>
              <p14:xfrm>
                <a:off x="10746910" y="5024890"/>
                <a:ext cx="5040" cy="50040"/>
              </p14:xfrm>
            </p:contentPart>
          </mc:Choice>
          <mc:Fallback>
            <p:pic>
              <p:nvPicPr>
                <p:cNvPr id="67" name="Freihand 66">
                  <a:extLst>
                    <a:ext uri="{FF2B5EF4-FFF2-40B4-BE49-F238E27FC236}">
                      <a16:creationId xmlns:a16="http://schemas.microsoft.com/office/drawing/2014/main" id="{7135A397-6899-8568-53D2-67BDB11C4B9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29270" y="5006890"/>
                  <a:ext cx="40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8" name="Freihand 67">
                  <a:extLst>
                    <a:ext uri="{FF2B5EF4-FFF2-40B4-BE49-F238E27FC236}">
                      <a16:creationId xmlns:a16="http://schemas.microsoft.com/office/drawing/2014/main" id="{E37568D3-AF58-87DD-F88E-AF77B0C1F00B}"/>
                    </a:ext>
                  </a:extLst>
                </p14:cNvPr>
                <p14:cNvContentPartPr/>
                <p14:nvPr/>
              </p14:nvContentPartPr>
              <p14:xfrm>
                <a:off x="10665550" y="5072770"/>
                <a:ext cx="988920" cy="26280"/>
              </p14:xfrm>
            </p:contentPart>
          </mc:Choice>
          <mc:Fallback>
            <p:pic>
              <p:nvPicPr>
                <p:cNvPr id="68" name="Freihand 67">
                  <a:extLst>
                    <a:ext uri="{FF2B5EF4-FFF2-40B4-BE49-F238E27FC236}">
                      <a16:creationId xmlns:a16="http://schemas.microsoft.com/office/drawing/2014/main" id="{E37568D3-AF58-87DD-F88E-AF77B0C1F0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47550" y="5055130"/>
                  <a:ext cx="1024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0" name="Freihand 69">
                  <a:extLst>
                    <a:ext uri="{FF2B5EF4-FFF2-40B4-BE49-F238E27FC236}">
                      <a16:creationId xmlns:a16="http://schemas.microsoft.com/office/drawing/2014/main" id="{B0A095BB-2F3B-494F-703B-FA6C098E5CDA}"/>
                    </a:ext>
                  </a:extLst>
                </p14:cNvPr>
                <p14:cNvContentPartPr/>
                <p14:nvPr/>
              </p14:nvContentPartPr>
              <p14:xfrm>
                <a:off x="10506070" y="5086810"/>
                <a:ext cx="193320" cy="344520"/>
              </p14:xfrm>
            </p:contentPart>
          </mc:Choice>
          <mc:Fallback>
            <p:pic>
              <p:nvPicPr>
                <p:cNvPr id="70" name="Freihand 69">
                  <a:extLst>
                    <a:ext uri="{FF2B5EF4-FFF2-40B4-BE49-F238E27FC236}">
                      <a16:creationId xmlns:a16="http://schemas.microsoft.com/office/drawing/2014/main" id="{B0A095BB-2F3B-494F-703B-FA6C098E5CD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88070" y="5068810"/>
                  <a:ext cx="2289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1" name="Freihand 70">
                  <a:extLst>
                    <a:ext uri="{FF2B5EF4-FFF2-40B4-BE49-F238E27FC236}">
                      <a16:creationId xmlns:a16="http://schemas.microsoft.com/office/drawing/2014/main" id="{FF88D45F-0165-C2BA-4F7E-9550DD0EBB3B}"/>
                    </a:ext>
                  </a:extLst>
                </p14:cNvPr>
                <p14:cNvContentPartPr/>
                <p14:nvPr/>
              </p14:nvContentPartPr>
              <p14:xfrm>
                <a:off x="10826110" y="5082490"/>
                <a:ext cx="222120" cy="332280"/>
              </p14:xfrm>
            </p:contentPart>
          </mc:Choice>
          <mc:Fallback>
            <p:pic>
              <p:nvPicPr>
                <p:cNvPr id="71" name="Freihand 70">
                  <a:extLst>
                    <a:ext uri="{FF2B5EF4-FFF2-40B4-BE49-F238E27FC236}">
                      <a16:creationId xmlns:a16="http://schemas.microsoft.com/office/drawing/2014/main" id="{FF88D45F-0165-C2BA-4F7E-9550DD0EBB3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08470" y="5064490"/>
                  <a:ext cx="2577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2" name="Freihand 71">
                  <a:extLst>
                    <a:ext uri="{FF2B5EF4-FFF2-40B4-BE49-F238E27FC236}">
                      <a16:creationId xmlns:a16="http://schemas.microsoft.com/office/drawing/2014/main" id="{3DA9AEC2-C47C-D905-CF52-222A24FC3E12}"/>
                    </a:ext>
                  </a:extLst>
                </p14:cNvPr>
                <p14:cNvContentPartPr/>
                <p14:nvPr/>
              </p14:nvContentPartPr>
              <p14:xfrm>
                <a:off x="11214190" y="5078530"/>
                <a:ext cx="214200" cy="375840"/>
              </p14:xfrm>
            </p:contentPart>
          </mc:Choice>
          <mc:Fallback>
            <p:pic>
              <p:nvPicPr>
                <p:cNvPr id="72" name="Freihand 71">
                  <a:extLst>
                    <a:ext uri="{FF2B5EF4-FFF2-40B4-BE49-F238E27FC236}">
                      <a16:creationId xmlns:a16="http://schemas.microsoft.com/office/drawing/2014/main" id="{3DA9AEC2-C47C-D905-CF52-222A24FC3E1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96550" y="5060530"/>
                  <a:ext cx="2498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3" name="Freihand 72">
                  <a:extLst>
                    <a:ext uri="{FF2B5EF4-FFF2-40B4-BE49-F238E27FC236}">
                      <a16:creationId xmlns:a16="http://schemas.microsoft.com/office/drawing/2014/main" id="{2168CE56-7608-61C0-BE51-977DA8DBE876}"/>
                    </a:ext>
                  </a:extLst>
                </p14:cNvPr>
                <p14:cNvContentPartPr/>
                <p14:nvPr/>
              </p14:nvContentPartPr>
              <p14:xfrm>
                <a:off x="11482390" y="5094730"/>
                <a:ext cx="166320" cy="330120"/>
              </p14:xfrm>
            </p:contentPart>
          </mc:Choice>
          <mc:Fallback>
            <p:pic>
              <p:nvPicPr>
                <p:cNvPr id="73" name="Freihand 72">
                  <a:extLst>
                    <a:ext uri="{FF2B5EF4-FFF2-40B4-BE49-F238E27FC236}">
                      <a16:creationId xmlns:a16="http://schemas.microsoft.com/office/drawing/2014/main" id="{2168CE56-7608-61C0-BE51-977DA8DBE87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464390" y="5076730"/>
                  <a:ext cx="2019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Freihand 74">
                  <a:extLst>
                    <a:ext uri="{FF2B5EF4-FFF2-40B4-BE49-F238E27FC236}">
                      <a16:creationId xmlns:a16="http://schemas.microsoft.com/office/drawing/2014/main" id="{EE0E1784-A128-3D1F-595F-C7050AA878D0}"/>
                    </a:ext>
                  </a:extLst>
                </p14:cNvPr>
                <p14:cNvContentPartPr/>
                <p14:nvPr/>
              </p14:nvContentPartPr>
              <p14:xfrm>
                <a:off x="11380510" y="5415130"/>
                <a:ext cx="197640" cy="18720"/>
              </p14:xfrm>
            </p:contentPart>
          </mc:Choice>
          <mc:Fallback>
            <p:pic>
              <p:nvPicPr>
                <p:cNvPr id="75" name="Freihand 74">
                  <a:extLst>
                    <a:ext uri="{FF2B5EF4-FFF2-40B4-BE49-F238E27FC236}">
                      <a16:creationId xmlns:a16="http://schemas.microsoft.com/office/drawing/2014/main" id="{EE0E1784-A128-3D1F-595F-C7050AA878D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362510" y="5397490"/>
                  <a:ext cx="233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Freihand 75">
                  <a:extLst>
                    <a:ext uri="{FF2B5EF4-FFF2-40B4-BE49-F238E27FC236}">
                      <a16:creationId xmlns:a16="http://schemas.microsoft.com/office/drawing/2014/main" id="{910500A7-7698-427C-6AB5-A44F60AA6F29}"/>
                    </a:ext>
                  </a:extLst>
                </p14:cNvPr>
                <p14:cNvContentPartPr/>
                <p14:nvPr/>
              </p14:nvContentPartPr>
              <p14:xfrm>
                <a:off x="11183950" y="5439610"/>
                <a:ext cx="99720" cy="17280"/>
              </p14:xfrm>
            </p:contentPart>
          </mc:Choice>
          <mc:Fallback>
            <p:pic>
              <p:nvPicPr>
                <p:cNvPr id="76" name="Freihand 75">
                  <a:extLst>
                    <a:ext uri="{FF2B5EF4-FFF2-40B4-BE49-F238E27FC236}">
                      <a16:creationId xmlns:a16="http://schemas.microsoft.com/office/drawing/2014/main" id="{910500A7-7698-427C-6AB5-A44F60AA6F2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166310" y="5421610"/>
                  <a:ext cx="135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Freihand 76">
                  <a:extLst>
                    <a:ext uri="{FF2B5EF4-FFF2-40B4-BE49-F238E27FC236}">
                      <a16:creationId xmlns:a16="http://schemas.microsoft.com/office/drawing/2014/main" id="{1910E688-E79E-888B-66C0-D8C03313BD25}"/>
                    </a:ext>
                  </a:extLst>
                </p14:cNvPr>
                <p14:cNvContentPartPr/>
                <p14:nvPr/>
              </p14:nvContentPartPr>
              <p14:xfrm>
                <a:off x="10742950" y="5416930"/>
                <a:ext cx="146880" cy="16560"/>
              </p14:xfrm>
            </p:contentPart>
          </mc:Choice>
          <mc:Fallback>
            <p:pic>
              <p:nvPicPr>
                <p:cNvPr id="77" name="Freihand 76">
                  <a:extLst>
                    <a:ext uri="{FF2B5EF4-FFF2-40B4-BE49-F238E27FC236}">
                      <a16:creationId xmlns:a16="http://schemas.microsoft.com/office/drawing/2014/main" id="{1910E688-E79E-888B-66C0-D8C03313BD2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724950" y="5398930"/>
                  <a:ext cx="182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8" name="Freihand 77">
                  <a:extLst>
                    <a:ext uri="{FF2B5EF4-FFF2-40B4-BE49-F238E27FC236}">
                      <a16:creationId xmlns:a16="http://schemas.microsoft.com/office/drawing/2014/main" id="{8BEC9A1C-FAB8-EB5A-A301-27BB0C894857}"/>
                    </a:ext>
                  </a:extLst>
                </p14:cNvPr>
                <p14:cNvContentPartPr/>
                <p14:nvPr/>
              </p14:nvContentPartPr>
              <p14:xfrm>
                <a:off x="10408510" y="5419810"/>
                <a:ext cx="189000" cy="17280"/>
              </p14:xfrm>
            </p:contentPart>
          </mc:Choice>
          <mc:Fallback>
            <p:pic>
              <p:nvPicPr>
                <p:cNvPr id="78" name="Freihand 77">
                  <a:extLst>
                    <a:ext uri="{FF2B5EF4-FFF2-40B4-BE49-F238E27FC236}">
                      <a16:creationId xmlns:a16="http://schemas.microsoft.com/office/drawing/2014/main" id="{8BEC9A1C-FAB8-EB5A-A301-27BB0C89485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390870" y="5401810"/>
                  <a:ext cx="224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0" name="Freihand 79">
                  <a:extLst>
                    <a:ext uri="{FF2B5EF4-FFF2-40B4-BE49-F238E27FC236}">
                      <a16:creationId xmlns:a16="http://schemas.microsoft.com/office/drawing/2014/main" id="{8EF98D9C-460E-9E65-2157-3F7D724C8229}"/>
                    </a:ext>
                  </a:extLst>
                </p14:cNvPr>
                <p14:cNvContentPartPr/>
                <p14:nvPr/>
              </p14:nvContentPartPr>
              <p14:xfrm>
                <a:off x="10696870" y="4650850"/>
                <a:ext cx="923040" cy="81000"/>
              </p14:xfrm>
            </p:contentPart>
          </mc:Choice>
          <mc:Fallback>
            <p:pic>
              <p:nvPicPr>
                <p:cNvPr id="80" name="Freihand 79">
                  <a:extLst>
                    <a:ext uri="{FF2B5EF4-FFF2-40B4-BE49-F238E27FC236}">
                      <a16:creationId xmlns:a16="http://schemas.microsoft.com/office/drawing/2014/main" id="{8EF98D9C-460E-9E65-2157-3F7D724C822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78870" y="4632850"/>
                  <a:ext cx="958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1" name="Freihand 80">
                  <a:extLst>
                    <a:ext uri="{FF2B5EF4-FFF2-40B4-BE49-F238E27FC236}">
                      <a16:creationId xmlns:a16="http://schemas.microsoft.com/office/drawing/2014/main" id="{4FB87552-A7F3-4CEA-5648-F6F2CF3B29B2}"/>
                    </a:ext>
                  </a:extLst>
                </p14:cNvPr>
                <p14:cNvContentPartPr/>
                <p14:nvPr/>
              </p14:nvContentPartPr>
              <p14:xfrm>
                <a:off x="10731430" y="4708810"/>
                <a:ext cx="295200" cy="358920"/>
              </p14:xfrm>
            </p:contentPart>
          </mc:Choice>
          <mc:Fallback>
            <p:pic>
              <p:nvPicPr>
                <p:cNvPr id="81" name="Freihand 80">
                  <a:extLst>
                    <a:ext uri="{FF2B5EF4-FFF2-40B4-BE49-F238E27FC236}">
                      <a16:creationId xmlns:a16="http://schemas.microsoft.com/office/drawing/2014/main" id="{4FB87552-A7F3-4CEA-5648-F6F2CF3B29B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713790" y="4690810"/>
                  <a:ext cx="3308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2" name="Freihand 81">
                  <a:extLst>
                    <a:ext uri="{FF2B5EF4-FFF2-40B4-BE49-F238E27FC236}">
                      <a16:creationId xmlns:a16="http://schemas.microsoft.com/office/drawing/2014/main" id="{3C46DCE8-6647-FB8D-7D67-083607FDE203}"/>
                    </a:ext>
                  </a:extLst>
                </p14:cNvPr>
                <p14:cNvContentPartPr/>
                <p14:nvPr/>
              </p14:nvContentPartPr>
              <p14:xfrm>
                <a:off x="10694350" y="4255210"/>
                <a:ext cx="329760" cy="478440"/>
              </p14:xfrm>
            </p:contentPart>
          </mc:Choice>
          <mc:Fallback>
            <p:pic>
              <p:nvPicPr>
                <p:cNvPr id="82" name="Freihand 81">
                  <a:extLst>
                    <a:ext uri="{FF2B5EF4-FFF2-40B4-BE49-F238E27FC236}">
                      <a16:creationId xmlns:a16="http://schemas.microsoft.com/office/drawing/2014/main" id="{3C46DCE8-6647-FB8D-7D67-083607FDE20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676710" y="4237570"/>
                  <a:ext cx="36540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3" name="Freihand 82">
                  <a:extLst>
                    <a:ext uri="{FF2B5EF4-FFF2-40B4-BE49-F238E27FC236}">
                      <a16:creationId xmlns:a16="http://schemas.microsoft.com/office/drawing/2014/main" id="{98CB5B8B-FADF-42FD-0EEF-C8F215543B60}"/>
                    </a:ext>
                  </a:extLst>
                </p14:cNvPr>
                <p14:cNvContentPartPr/>
                <p14:nvPr/>
              </p14:nvContentPartPr>
              <p14:xfrm>
                <a:off x="11382670" y="4260610"/>
                <a:ext cx="257760" cy="385560"/>
              </p14:xfrm>
            </p:contentPart>
          </mc:Choice>
          <mc:Fallback>
            <p:pic>
              <p:nvPicPr>
                <p:cNvPr id="83" name="Freihand 82">
                  <a:extLst>
                    <a:ext uri="{FF2B5EF4-FFF2-40B4-BE49-F238E27FC236}">
                      <a16:creationId xmlns:a16="http://schemas.microsoft.com/office/drawing/2014/main" id="{98CB5B8B-FADF-42FD-0EEF-C8F215543B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365030" y="4242970"/>
                  <a:ext cx="2934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Freihand 83">
                  <a:extLst>
                    <a:ext uri="{FF2B5EF4-FFF2-40B4-BE49-F238E27FC236}">
                      <a16:creationId xmlns:a16="http://schemas.microsoft.com/office/drawing/2014/main" id="{5EE84D82-353A-4616-FB9D-059B2FE80E49}"/>
                    </a:ext>
                  </a:extLst>
                </p14:cNvPr>
                <p14:cNvContentPartPr/>
                <p14:nvPr/>
              </p14:nvContentPartPr>
              <p14:xfrm>
                <a:off x="11391670" y="4727170"/>
                <a:ext cx="270720" cy="353880"/>
              </p14:xfrm>
            </p:contentPart>
          </mc:Choice>
          <mc:Fallback>
            <p:pic>
              <p:nvPicPr>
                <p:cNvPr id="84" name="Freihand 83">
                  <a:extLst>
                    <a:ext uri="{FF2B5EF4-FFF2-40B4-BE49-F238E27FC236}">
                      <a16:creationId xmlns:a16="http://schemas.microsoft.com/office/drawing/2014/main" id="{5EE84D82-353A-4616-FB9D-059B2FE80E4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74030" y="4709530"/>
                  <a:ext cx="30636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EFA7942E-8288-8977-F39D-8E546E898F46}"/>
              </a:ext>
            </a:extLst>
          </p:cNvPr>
          <p:cNvGrpSpPr/>
          <p:nvPr/>
        </p:nvGrpSpPr>
        <p:grpSpPr>
          <a:xfrm>
            <a:off x="10481590" y="5079250"/>
            <a:ext cx="1189440" cy="366120"/>
            <a:chOff x="10481590" y="5079250"/>
            <a:chExt cx="118944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6" name="Freihand 85">
                  <a:extLst>
                    <a:ext uri="{FF2B5EF4-FFF2-40B4-BE49-F238E27FC236}">
                      <a16:creationId xmlns:a16="http://schemas.microsoft.com/office/drawing/2014/main" id="{9F2C5A0E-757D-E6C6-63E2-836C36EBFF2A}"/>
                    </a:ext>
                  </a:extLst>
                </p14:cNvPr>
                <p14:cNvContentPartPr/>
                <p14:nvPr/>
              </p14:nvContentPartPr>
              <p14:xfrm>
                <a:off x="10481590" y="5321890"/>
                <a:ext cx="82440" cy="68760"/>
              </p14:xfrm>
            </p:contentPart>
          </mc:Choice>
          <mc:Fallback>
            <p:pic>
              <p:nvPicPr>
                <p:cNvPr id="86" name="Freihand 85">
                  <a:extLst>
                    <a:ext uri="{FF2B5EF4-FFF2-40B4-BE49-F238E27FC236}">
                      <a16:creationId xmlns:a16="http://schemas.microsoft.com/office/drawing/2014/main" id="{9F2C5A0E-757D-E6C6-63E2-836C36EBFF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63950" y="5303890"/>
                  <a:ext cx="118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7" name="Freihand 86">
                  <a:extLst>
                    <a:ext uri="{FF2B5EF4-FFF2-40B4-BE49-F238E27FC236}">
                      <a16:creationId xmlns:a16="http://schemas.microsoft.com/office/drawing/2014/main" id="{DC89A52E-FF48-017E-BC37-4AA23E94A485}"/>
                    </a:ext>
                  </a:extLst>
                </p14:cNvPr>
                <p14:cNvContentPartPr/>
                <p14:nvPr/>
              </p14:nvContentPartPr>
              <p14:xfrm>
                <a:off x="10623430" y="5079250"/>
                <a:ext cx="61200" cy="54720"/>
              </p14:xfrm>
            </p:contentPart>
          </mc:Choice>
          <mc:Fallback>
            <p:pic>
              <p:nvPicPr>
                <p:cNvPr id="87" name="Freihand 86">
                  <a:extLst>
                    <a:ext uri="{FF2B5EF4-FFF2-40B4-BE49-F238E27FC236}">
                      <a16:creationId xmlns:a16="http://schemas.microsoft.com/office/drawing/2014/main" id="{DC89A52E-FF48-017E-BC37-4AA23E94A48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05430" y="5061250"/>
                  <a:ext cx="96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8" name="Freihand 87">
                  <a:extLst>
                    <a:ext uri="{FF2B5EF4-FFF2-40B4-BE49-F238E27FC236}">
                      <a16:creationId xmlns:a16="http://schemas.microsoft.com/office/drawing/2014/main" id="{3F291997-F11F-61FB-EDD3-04316B1307E4}"/>
                    </a:ext>
                  </a:extLst>
                </p14:cNvPr>
                <p14:cNvContentPartPr/>
                <p14:nvPr/>
              </p14:nvContentPartPr>
              <p14:xfrm>
                <a:off x="10986310" y="5112010"/>
                <a:ext cx="67680" cy="46800"/>
              </p14:xfrm>
            </p:contentPart>
          </mc:Choice>
          <mc:Fallback>
            <p:pic>
              <p:nvPicPr>
                <p:cNvPr id="88" name="Freihand 87">
                  <a:extLst>
                    <a:ext uri="{FF2B5EF4-FFF2-40B4-BE49-F238E27FC236}">
                      <a16:creationId xmlns:a16="http://schemas.microsoft.com/office/drawing/2014/main" id="{3F291997-F11F-61FB-EDD3-04316B1307E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968310" y="5094370"/>
                  <a:ext cx="103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9" name="Freihand 88">
                  <a:extLst>
                    <a:ext uri="{FF2B5EF4-FFF2-40B4-BE49-F238E27FC236}">
                      <a16:creationId xmlns:a16="http://schemas.microsoft.com/office/drawing/2014/main" id="{812BCDB9-4C9C-973F-01B9-3B2875152197}"/>
                    </a:ext>
                  </a:extLst>
                </p14:cNvPr>
                <p14:cNvContentPartPr/>
                <p14:nvPr/>
              </p14:nvContentPartPr>
              <p14:xfrm>
                <a:off x="10803070" y="5330890"/>
                <a:ext cx="73440" cy="84600"/>
              </p14:xfrm>
            </p:contentPart>
          </mc:Choice>
          <mc:Fallback>
            <p:pic>
              <p:nvPicPr>
                <p:cNvPr id="89" name="Freihand 88">
                  <a:extLst>
                    <a:ext uri="{FF2B5EF4-FFF2-40B4-BE49-F238E27FC236}">
                      <a16:creationId xmlns:a16="http://schemas.microsoft.com/office/drawing/2014/main" id="{812BCDB9-4C9C-973F-01B9-3B287515219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785430" y="5312890"/>
                  <a:ext cx="109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0" name="Freihand 89">
                  <a:extLst>
                    <a:ext uri="{FF2B5EF4-FFF2-40B4-BE49-F238E27FC236}">
                      <a16:creationId xmlns:a16="http://schemas.microsoft.com/office/drawing/2014/main" id="{08B460F9-361F-0022-9E79-9B4EB5E753FC}"/>
                    </a:ext>
                  </a:extLst>
                </p14:cNvPr>
                <p14:cNvContentPartPr/>
                <p14:nvPr/>
              </p14:nvContentPartPr>
              <p14:xfrm>
                <a:off x="11165590" y="5383810"/>
                <a:ext cx="116640" cy="61560"/>
              </p14:xfrm>
            </p:contentPart>
          </mc:Choice>
          <mc:Fallback>
            <p:pic>
              <p:nvPicPr>
                <p:cNvPr id="90" name="Freihand 89">
                  <a:extLst>
                    <a:ext uri="{FF2B5EF4-FFF2-40B4-BE49-F238E27FC236}">
                      <a16:creationId xmlns:a16="http://schemas.microsoft.com/office/drawing/2014/main" id="{08B460F9-361F-0022-9E79-9B4EB5E753F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47950" y="5365810"/>
                  <a:ext cx="152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1" name="Freihand 90">
                  <a:extLst>
                    <a:ext uri="{FF2B5EF4-FFF2-40B4-BE49-F238E27FC236}">
                      <a16:creationId xmlns:a16="http://schemas.microsoft.com/office/drawing/2014/main" id="{D1E9A7FB-215D-249F-5A02-9F5C0FEBB21E}"/>
                    </a:ext>
                  </a:extLst>
                </p14:cNvPr>
                <p14:cNvContentPartPr/>
                <p14:nvPr/>
              </p14:nvContentPartPr>
              <p14:xfrm>
                <a:off x="11329390" y="5112730"/>
                <a:ext cx="89640" cy="42480"/>
              </p14:xfrm>
            </p:contentPart>
          </mc:Choice>
          <mc:Fallback>
            <p:pic>
              <p:nvPicPr>
                <p:cNvPr id="91" name="Freihand 90">
                  <a:extLst>
                    <a:ext uri="{FF2B5EF4-FFF2-40B4-BE49-F238E27FC236}">
                      <a16:creationId xmlns:a16="http://schemas.microsoft.com/office/drawing/2014/main" id="{D1E9A7FB-215D-249F-5A02-9F5C0FEBB2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311390" y="5095090"/>
                  <a:ext cx="125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2" name="Freihand 91">
                  <a:extLst>
                    <a:ext uri="{FF2B5EF4-FFF2-40B4-BE49-F238E27FC236}">
                      <a16:creationId xmlns:a16="http://schemas.microsoft.com/office/drawing/2014/main" id="{D0886879-95B6-D2E8-618C-91C88AE77949}"/>
                    </a:ext>
                  </a:extLst>
                </p14:cNvPr>
                <p14:cNvContentPartPr/>
                <p14:nvPr/>
              </p14:nvContentPartPr>
              <p14:xfrm>
                <a:off x="11444590" y="5349250"/>
                <a:ext cx="81720" cy="74880"/>
              </p14:xfrm>
            </p:contentPart>
          </mc:Choice>
          <mc:Fallback>
            <p:pic>
              <p:nvPicPr>
                <p:cNvPr id="92" name="Freihand 91">
                  <a:extLst>
                    <a:ext uri="{FF2B5EF4-FFF2-40B4-BE49-F238E27FC236}">
                      <a16:creationId xmlns:a16="http://schemas.microsoft.com/office/drawing/2014/main" id="{D0886879-95B6-D2E8-618C-91C88AE7794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426950" y="5331250"/>
                  <a:ext cx="117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Freihand 92">
                  <a:extLst>
                    <a:ext uri="{FF2B5EF4-FFF2-40B4-BE49-F238E27FC236}">
                      <a16:creationId xmlns:a16="http://schemas.microsoft.com/office/drawing/2014/main" id="{45B44C93-8CF2-643C-0228-72986D79B321}"/>
                    </a:ext>
                  </a:extLst>
                </p14:cNvPr>
                <p14:cNvContentPartPr/>
                <p14:nvPr/>
              </p14:nvContentPartPr>
              <p14:xfrm>
                <a:off x="11582830" y="5121010"/>
                <a:ext cx="88200" cy="74880"/>
              </p14:xfrm>
            </p:contentPart>
          </mc:Choice>
          <mc:Fallback>
            <p:pic>
              <p:nvPicPr>
                <p:cNvPr id="93" name="Freihand 92">
                  <a:extLst>
                    <a:ext uri="{FF2B5EF4-FFF2-40B4-BE49-F238E27FC236}">
                      <a16:creationId xmlns:a16="http://schemas.microsoft.com/office/drawing/2014/main" id="{45B44C93-8CF2-643C-0228-72986D79B32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564830" y="5103010"/>
                  <a:ext cx="123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66AF6267-6BA1-BCC6-6492-E48A2B044A3B}"/>
              </a:ext>
            </a:extLst>
          </p:cNvPr>
          <p:cNvGrpSpPr/>
          <p:nvPr/>
        </p:nvGrpSpPr>
        <p:grpSpPr>
          <a:xfrm>
            <a:off x="7842070" y="4725010"/>
            <a:ext cx="411840" cy="230760"/>
            <a:chOff x="7842070" y="4725010"/>
            <a:chExt cx="41184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Freihand 94">
                  <a:extLst>
                    <a:ext uri="{FF2B5EF4-FFF2-40B4-BE49-F238E27FC236}">
                      <a16:creationId xmlns:a16="http://schemas.microsoft.com/office/drawing/2014/main" id="{EA2FBC29-776C-0721-B5B8-E918520C2607}"/>
                    </a:ext>
                  </a:extLst>
                </p14:cNvPr>
                <p14:cNvContentPartPr/>
                <p14:nvPr/>
              </p14:nvContentPartPr>
              <p14:xfrm>
                <a:off x="7842070" y="4797010"/>
                <a:ext cx="369000" cy="62640"/>
              </p14:xfrm>
            </p:contentPart>
          </mc:Choice>
          <mc:Fallback>
            <p:pic>
              <p:nvPicPr>
                <p:cNvPr id="95" name="Freihand 94">
                  <a:extLst>
                    <a:ext uri="{FF2B5EF4-FFF2-40B4-BE49-F238E27FC236}">
                      <a16:creationId xmlns:a16="http://schemas.microsoft.com/office/drawing/2014/main" id="{EA2FBC29-776C-0721-B5B8-E918520C260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24070" y="4779010"/>
                  <a:ext cx="404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Freihand 95">
                  <a:extLst>
                    <a:ext uri="{FF2B5EF4-FFF2-40B4-BE49-F238E27FC236}">
                      <a16:creationId xmlns:a16="http://schemas.microsoft.com/office/drawing/2014/main" id="{D6B6E6C6-2B94-1B2E-F68B-C3BF598210E9}"/>
                    </a:ext>
                  </a:extLst>
                </p14:cNvPr>
                <p14:cNvContentPartPr/>
                <p14:nvPr/>
              </p14:nvContentPartPr>
              <p14:xfrm>
                <a:off x="8111350" y="4725010"/>
                <a:ext cx="142560" cy="230760"/>
              </p14:xfrm>
            </p:contentPart>
          </mc:Choice>
          <mc:Fallback>
            <p:pic>
              <p:nvPicPr>
                <p:cNvPr id="96" name="Freihand 95">
                  <a:extLst>
                    <a:ext uri="{FF2B5EF4-FFF2-40B4-BE49-F238E27FC236}">
                      <a16:creationId xmlns:a16="http://schemas.microsoft.com/office/drawing/2014/main" id="{D6B6E6C6-2B94-1B2E-F68B-C3BF598210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93350" y="4707010"/>
                  <a:ext cx="17820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0454FA5A-46CB-F3D6-539F-8BBD06F26EFE}"/>
              </a:ext>
            </a:extLst>
          </p:cNvPr>
          <p:cNvGrpSpPr/>
          <p:nvPr/>
        </p:nvGrpSpPr>
        <p:grpSpPr>
          <a:xfrm>
            <a:off x="9888670" y="4710250"/>
            <a:ext cx="348840" cy="276840"/>
            <a:chOff x="9888670" y="4710250"/>
            <a:chExt cx="34884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8" name="Freihand 97">
                  <a:extLst>
                    <a:ext uri="{FF2B5EF4-FFF2-40B4-BE49-F238E27FC236}">
                      <a16:creationId xmlns:a16="http://schemas.microsoft.com/office/drawing/2014/main" id="{C876B6AD-9B61-0F4B-7B0C-832D294DFE56}"/>
                    </a:ext>
                  </a:extLst>
                </p14:cNvPr>
                <p14:cNvContentPartPr/>
                <p14:nvPr/>
              </p14:nvContentPartPr>
              <p14:xfrm>
                <a:off x="9888670" y="4805290"/>
                <a:ext cx="331200" cy="79200"/>
              </p14:xfrm>
            </p:contentPart>
          </mc:Choice>
          <mc:Fallback>
            <p:pic>
              <p:nvPicPr>
                <p:cNvPr id="98" name="Freihand 97">
                  <a:extLst>
                    <a:ext uri="{FF2B5EF4-FFF2-40B4-BE49-F238E27FC236}">
                      <a16:creationId xmlns:a16="http://schemas.microsoft.com/office/drawing/2014/main" id="{C876B6AD-9B61-0F4B-7B0C-832D294DFE5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870670" y="4787290"/>
                  <a:ext cx="366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9" name="Freihand 98">
                  <a:extLst>
                    <a:ext uri="{FF2B5EF4-FFF2-40B4-BE49-F238E27FC236}">
                      <a16:creationId xmlns:a16="http://schemas.microsoft.com/office/drawing/2014/main" id="{66B1F565-44DC-57F2-3E93-E2B61E76646E}"/>
                    </a:ext>
                  </a:extLst>
                </p14:cNvPr>
                <p14:cNvContentPartPr/>
                <p14:nvPr/>
              </p14:nvContentPartPr>
              <p14:xfrm>
                <a:off x="10089190" y="4710250"/>
                <a:ext cx="148320" cy="146160"/>
              </p14:xfrm>
            </p:contentPart>
          </mc:Choice>
          <mc:Fallback>
            <p:pic>
              <p:nvPicPr>
                <p:cNvPr id="99" name="Freihand 98">
                  <a:extLst>
                    <a:ext uri="{FF2B5EF4-FFF2-40B4-BE49-F238E27FC236}">
                      <a16:creationId xmlns:a16="http://schemas.microsoft.com/office/drawing/2014/main" id="{66B1F565-44DC-57F2-3E93-E2B61E76646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071550" y="4692250"/>
                  <a:ext cx="183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0" name="Freihand 99">
                  <a:extLst>
                    <a:ext uri="{FF2B5EF4-FFF2-40B4-BE49-F238E27FC236}">
                      <a16:creationId xmlns:a16="http://schemas.microsoft.com/office/drawing/2014/main" id="{4194BFEC-685F-C818-5FBD-2D320165652A}"/>
                    </a:ext>
                  </a:extLst>
                </p14:cNvPr>
                <p14:cNvContentPartPr/>
                <p14:nvPr/>
              </p14:nvContentPartPr>
              <p14:xfrm>
                <a:off x="10080550" y="4836250"/>
                <a:ext cx="122400" cy="150840"/>
              </p14:xfrm>
            </p:contentPart>
          </mc:Choice>
          <mc:Fallback>
            <p:pic>
              <p:nvPicPr>
                <p:cNvPr id="100" name="Freihand 99">
                  <a:extLst>
                    <a:ext uri="{FF2B5EF4-FFF2-40B4-BE49-F238E27FC236}">
                      <a16:creationId xmlns:a16="http://schemas.microsoft.com/office/drawing/2014/main" id="{4194BFEC-685F-C818-5FBD-2D320165652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062910" y="4818250"/>
                  <a:ext cx="158040" cy="18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592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D4BD97F-9F8B-7D54-130B-6CA41E6F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1768DCF-FC16-801A-0439-1F2DE0A1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71" y="1338417"/>
            <a:ext cx="5430008" cy="418205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ACE0BF0-9E27-8D35-62EF-D3DC17B3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890" y="1339211"/>
            <a:ext cx="5363323" cy="421063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871DFC6-7A56-8D07-180B-1757AE25B06B}"/>
              </a:ext>
            </a:extLst>
          </p:cNvPr>
          <p:cNvSpPr txBox="1"/>
          <p:nvPr/>
        </p:nvSpPr>
        <p:spPr>
          <a:xfrm>
            <a:off x="5031257" y="2991572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7.5x</a:t>
            </a:r>
            <a:endParaRPr lang="de-DE" b="1" dirty="0">
              <a:solidFill>
                <a:srgbClr val="FF0000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97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DE4DA9A-D7F6-08B0-2EFF-55792F24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Inspektion NLTHA Ergebnisse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A008EFA-6412-B94D-956A-7291C489E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57" y="1706336"/>
            <a:ext cx="5188082" cy="37707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F635E2A-D1E0-7688-68F6-C70584E542C8}"/>
              </a:ext>
            </a:extLst>
          </p:cNvPr>
          <p:cNvSpPr txBox="1"/>
          <p:nvPr/>
        </p:nvSpPr>
        <p:spPr>
          <a:xfrm>
            <a:off x="1874000" y="1353007"/>
            <a:ext cx="259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+mn-lt"/>
              </a:rPr>
              <a:t>3s_DC2_71 – Rekord 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CF610D2-2F10-68ED-9958-145B81157ABE}"/>
              </a:ext>
            </a:extLst>
          </p:cNvPr>
          <p:cNvSpPr txBox="1"/>
          <p:nvPr/>
        </p:nvSpPr>
        <p:spPr>
          <a:xfrm>
            <a:off x="1332359" y="3634552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numerische Probleme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2BA7F3D8-4B73-3766-AEB4-09472E2844A2}"/>
              </a:ext>
            </a:extLst>
          </p:cNvPr>
          <p:cNvSpPr/>
          <p:nvPr/>
        </p:nvSpPr>
        <p:spPr>
          <a:xfrm rot="19049260">
            <a:off x="2990124" y="3542542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BB6D3336-DED7-7424-28BD-F34F6C575770}"/>
              </a:ext>
            </a:extLst>
          </p:cNvPr>
          <p:cNvSpPr/>
          <p:nvPr/>
        </p:nvSpPr>
        <p:spPr>
          <a:xfrm rot="5400000">
            <a:off x="3989353" y="2815716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8308D3BF-9130-31F3-BEF3-6CF56DA5E9C1}"/>
              </a:ext>
            </a:extLst>
          </p:cNvPr>
          <p:cNvSpPr/>
          <p:nvPr/>
        </p:nvSpPr>
        <p:spPr>
          <a:xfrm rot="5400000">
            <a:off x="2613899" y="2882525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4A26B4E7-CAD0-3CC0-208F-F6CC7EB6B5F4}"/>
              </a:ext>
            </a:extLst>
          </p:cNvPr>
          <p:cNvSpPr/>
          <p:nvPr/>
        </p:nvSpPr>
        <p:spPr>
          <a:xfrm rot="5400000">
            <a:off x="1528323" y="2906026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DBC0A0E-DFC1-136A-51CE-D8FCE69796EE}"/>
              </a:ext>
            </a:extLst>
          </p:cNvPr>
          <p:cNvSpPr/>
          <p:nvPr/>
        </p:nvSpPr>
        <p:spPr>
          <a:xfrm rot="13531188">
            <a:off x="4952215" y="3810032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F6328E4-5A74-0843-6D4E-20A57B953B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039" y="1732324"/>
            <a:ext cx="5400000" cy="37041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Kollaps Fall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LS-Kollaps: Stockwerkverschiebung &gt; 20%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Skalierung:        5.53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SA(T1 = 0.33)</a:t>
            </a:r>
            <a:r>
              <a:rPr lang="de-DE" dirty="0"/>
              <a:t>:    5.01 g</a:t>
            </a:r>
            <a:r>
              <a:rPr lang="de-DE" noProof="0" dirty="0"/>
              <a:t> 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Sr:                       0.43 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Numerische Probleme nach große schaden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Kein Einfluss auf die Ergebnisse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306E07D-021F-42C5-D8A9-5C14AC2199DF}"/>
              </a:ext>
            </a:extLst>
          </p:cNvPr>
          <p:cNvSpPr txBox="1"/>
          <p:nvPr/>
        </p:nvSpPr>
        <p:spPr>
          <a:xfrm>
            <a:off x="9271853" y="2777310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10x</a:t>
            </a:r>
            <a:endParaRPr lang="de-DE" b="1" dirty="0">
              <a:solidFill>
                <a:srgbClr val="FF0000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50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B0025C8-C934-2303-4FF4-316BFD27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Inspektion NLTHA Ergebnisse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9F60FC-481F-1ADA-DEE0-2081FBB20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1" y="1921026"/>
            <a:ext cx="4896544" cy="3515467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1FA28B50-3174-6944-C173-395182B91E43}"/>
              </a:ext>
            </a:extLst>
          </p:cNvPr>
          <p:cNvSpPr/>
          <p:nvPr/>
        </p:nvSpPr>
        <p:spPr>
          <a:xfrm rot="10800000">
            <a:off x="1908423" y="3397189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0F686CF-3F03-87A1-C6A3-C5B9D6022EE0}"/>
              </a:ext>
            </a:extLst>
          </p:cNvPr>
          <p:cNvSpPr txBox="1"/>
          <p:nvPr/>
        </p:nvSpPr>
        <p:spPr>
          <a:xfrm>
            <a:off x="2268463" y="3182035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numerische Probleme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43CED87-8E55-2019-D631-24603F9A95F8}"/>
              </a:ext>
            </a:extLst>
          </p:cNvPr>
          <p:cNvSpPr txBox="1"/>
          <p:nvPr/>
        </p:nvSpPr>
        <p:spPr>
          <a:xfrm>
            <a:off x="1980431" y="1551694"/>
            <a:ext cx="2808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+mn-lt"/>
              </a:rPr>
              <a:t>3s_DC2_71 – Rekord 10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E1851958-5FBF-B2E1-F4A6-2A1158E333E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039" y="1732324"/>
            <a:ext cx="5400000" cy="37041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Kollaps Fall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„Kollaps“ wegen non-Konvergenz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Skalierung:        8.43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SA(T1 = 0.33)</a:t>
            </a:r>
            <a:r>
              <a:rPr lang="de-DE" dirty="0"/>
              <a:t>:    10.49 g</a:t>
            </a:r>
            <a:r>
              <a:rPr lang="de-DE" noProof="0" dirty="0"/>
              <a:t> 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Sr:                       0.43 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Numerische Probleme nach große schaden</a:t>
            </a:r>
          </a:p>
          <a:p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Analyse stürzt früh ab</a:t>
            </a:r>
            <a:endParaRPr lang="de-DE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1B655C-9576-13F5-6055-79E8E865ADC0}"/>
              </a:ext>
            </a:extLst>
          </p:cNvPr>
          <p:cNvSpPr txBox="1"/>
          <p:nvPr/>
        </p:nvSpPr>
        <p:spPr>
          <a:xfrm>
            <a:off x="9541271" y="2777310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24x</a:t>
            </a:r>
            <a:endParaRPr lang="de-DE" b="1" dirty="0">
              <a:solidFill>
                <a:srgbClr val="FF0000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6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EACEBFB4-7EEE-F18B-D77C-7376C2132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47" y="308519"/>
            <a:ext cx="4176092" cy="302999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E3B9BA6-2BD4-8556-4FCE-BDB00C120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220" y="308519"/>
            <a:ext cx="4176093" cy="304761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EF06513-AC96-7F6A-C7AB-6AEF54E73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47" y="3502026"/>
            <a:ext cx="4176092" cy="297582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14382A6B-AAC0-BD16-DF20-26508EC11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857" y="3450383"/>
            <a:ext cx="4115456" cy="2991130"/>
          </a:xfrm>
          <a:prstGeom prst="rect">
            <a:avLst/>
          </a:prstGeom>
        </p:spPr>
      </p:pic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549909E6-5C08-E451-979D-4497E3ABBF6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215" y="2177883"/>
            <a:ext cx="3060922" cy="318660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Mit einer Änderung</a:t>
            </a:r>
            <a:r>
              <a:rPr lang="de-DE" dirty="0"/>
              <a:t> der Parameter der Analyse läuft bis zum LS-Kollaps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Analyse dauert länger wegen des kleineren Schritts + mehr Iterationen</a:t>
            </a:r>
            <a:endParaRPr lang="de-DE" noProof="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97131D9-366D-CCD8-D437-D78093E3A49B}"/>
              </a:ext>
            </a:extLst>
          </p:cNvPr>
          <p:cNvSpPr txBox="1"/>
          <p:nvPr/>
        </p:nvSpPr>
        <p:spPr>
          <a:xfrm>
            <a:off x="2869011" y="160181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10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9F7AB85-3237-0078-A99C-17410113D464}"/>
              </a:ext>
            </a:extLst>
          </p:cNvPr>
          <p:cNvSpPr txBox="1"/>
          <p:nvPr/>
        </p:nvSpPr>
        <p:spPr>
          <a:xfrm>
            <a:off x="7261499" y="130589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10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6D301D5-BC09-221C-58DF-DCC7C5399519}"/>
              </a:ext>
            </a:extLst>
          </p:cNvPr>
          <p:cNvSpPr txBox="1"/>
          <p:nvPr/>
        </p:nvSpPr>
        <p:spPr>
          <a:xfrm>
            <a:off x="7281962" y="3274127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10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7A3C18A-4997-2B4A-16AA-6630B2A62399}"/>
              </a:ext>
            </a:extLst>
          </p:cNvPr>
          <p:cNvSpPr txBox="1"/>
          <p:nvPr/>
        </p:nvSpPr>
        <p:spPr>
          <a:xfrm>
            <a:off x="2862040" y="3301958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10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D9C9791-F856-D793-36BA-ABBF1510E356}"/>
              </a:ext>
            </a:extLst>
          </p:cNvPr>
          <p:cNvSpPr txBox="1"/>
          <p:nvPr/>
        </p:nvSpPr>
        <p:spPr>
          <a:xfrm>
            <a:off x="2869011" y="312581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8.43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45B74F9-3F48-2163-09F4-E946F458F16E}"/>
              </a:ext>
            </a:extLst>
          </p:cNvPr>
          <p:cNvSpPr txBox="1"/>
          <p:nvPr/>
        </p:nvSpPr>
        <p:spPr>
          <a:xfrm>
            <a:off x="7281962" y="312581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8.43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0509D9A-6F23-CE53-0813-1E5D0FE9BD9C}"/>
              </a:ext>
            </a:extLst>
          </p:cNvPr>
          <p:cNvSpPr txBox="1"/>
          <p:nvPr/>
        </p:nvSpPr>
        <p:spPr>
          <a:xfrm>
            <a:off x="2862040" y="3499067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8.43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B093621-B769-21ED-8B25-7F7768DD412F}"/>
              </a:ext>
            </a:extLst>
          </p:cNvPr>
          <p:cNvSpPr txBox="1"/>
          <p:nvPr/>
        </p:nvSpPr>
        <p:spPr>
          <a:xfrm>
            <a:off x="7281962" y="3499067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8.43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D7E29203-3CD0-371B-BB7D-D8BDE15851E6}"/>
              </a:ext>
            </a:extLst>
          </p:cNvPr>
          <p:cNvSpPr txBox="1"/>
          <p:nvPr/>
        </p:nvSpPr>
        <p:spPr>
          <a:xfrm>
            <a:off x="900311" y="2772197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EF0C062-3DD6-4BB2-3A19-2FA370A25723}"/>
              </a:ext>
            </a:extLst>
          </p:cNvPr>
          <p:cNvSpPr txBox="1"/>
          <p:nvPr/>
        </p:nvSpPr>
        <p:spPr>
          <a:xfrm>
            <a:off x="5292799" y="2772197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6F63E15-4E8E-FA1D-EB5C-DCB1398A61BB}"/>
              </a:ext>
            </a:extLst>
          </p:cNvPr>
          <p:cNvSpPr txBox="1"/>
          <p:nvPr/>
        </p:nvSpPr>
        <p:spPr>
          <a:xfrm>
            <a:off x="5340424" y="5846197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DF83356-8C8F-942D-D73B-A5E8AA58B32C}"/>
              </a:ext>
            </a:extLst>
          </p:cNvPr>
          <p:cNvSpPr txBox="1"/>
          <p:nvPr/>
        </p:nvSpPr>
        <p:spPr>
          <a:xfrm>
            <a:off x="2249972" y="5871639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Kollaps</a:t>
            </a:r>
          </a:p>
        </p:txBody>
      </p:sp>
    </p:spTree>
    <p:extLst>
      <p:ext uri="{BB962C8B-B14F-4D97-AF65-F5344CB8AC3E}">
        <p14:creationId xmlns:p14="http://schemas.microsoft.com/office/powerpoint/2010/main" val="4054560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92F4284-089A-A6B7-8ED3-8F385C97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Inspektion NLTHA Ergebnisse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A7E02FD-168F-AE81-00F9-1B32D15A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58" y="1735400"/>
            <a:ext cx="5184576" cy="3728633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A91DFDA-1C9F-80D5-FBC6-C7499B09802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039" y="1732324"/>
            <a:ext cx="5400000" cy="37041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Kollaps Fall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„Kollaps“ wegen non-Konvergenz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dirty="0"/>
              <a:t>Skalierung:        5.41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SA(T1 = 0.33)</a:t>
            </a:r>
            <a:r>
              <a:rPr lang="de-DE" dirty="0"/>
              <a:t>:    2.87 g</a:t>
            </a:r>
            <a:r>
              <a:rPr lang="de-DE" noProof="0" dirty="0"/>
              <a:t> </a:t>
            </a:r>
          </a:p>
          <a:p>
            <a:pPr marL="714375" lvl="1" indent="-357188">
              <a:buFont typeface="Arial" panose="020B0604020202020204" pitchFamily="34" charset="0"/>
              <a:buChar char="•"/>
            </a:pPr>
            <a:r>
              <a:rPr lang="de-DE" noProof="0" dirty="0"/>
              <a:t>Sr:                       0.43 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Numerische Probleme nach große schaden</a:t>
            </a:r>
          </a:p>
          <a:p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Analyse stürzt früh ab</a:t>
            </a:r>
            <a:endParaRPr lang="de-DE" noProof="0" dirty="0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36A8C2E4-FA93-5C7A-0A3C-BD75C6ACF9E4}"/>
              </a:ext>
            </a:extLst>
          </p:cNvPr>
          <p:cNvSpPr/>
          <p:nvPr/>
        </p:nvSpPr>
        <p:spPr>
          <a:xfrm rot="10800000">
            <a:off x="2196455" y="4048631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16C37F8-BED5-8EDF-9F16-02F2083EBF4E}"/>
              </a:ext>
            </a:extLst>
          </p:cNvPr>
          <p:cNvSpPr txBox="1"/>
          <p:nvPr/>
        </p:nvSpPr>
        <p:spPr>
          <a:xfrm>
            <a:off x="2584276" y="3977283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numerische Probleme</a:t>
            </a: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C8A9383A-130B-6E73-A4E5-83B00FB1458E}"/>
              </a:ext>
            </a:extLst>
          </p:cNvPr>
          <p:cNvSpPr/>
          <p:nvPr/>
        </p:nvSpPr>
        <p:spPr>
          <a:xfrm rot="13763361">
            <a:off x="2626276" y="3698674"/>
            <a:ext cx="360040" cy="216024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4DEDD55-EE64-CA32-9A93-97E47AA30B26}"/>
              </a:ext>
            </a:extLst>
          </p:cNvPr>
          <p:cNvSpPr txBox="1"/>
          <p:nvPr/>
        </p:nvSpPr>
        <p:spPr>
          <a:xfrm>
            <a:off x="2172976" y="1413724"/>
            <a:ext cx="2808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+mn-lt"/>
              </a:rPr>
              <a:t>3s_DC2_71 – Rekord 4</a:t>
            </a:r>
          </a:p>
        </p:txBody>
      </p:sp>
    </p:spTree>
    <p:extLst>
      <p:ext uri="{BB962C8B-B14F-4D97-AF65-F5344CB8AC3E}">
        <p14:creationId xmlns:p14="http://schemas.microsoft.com/office/powerpoint/2010/main" val="85083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085A-E317-AC2A-7ADE-CF89397F2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CF5FAAE-D688-D598-912D-37B3428C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198" y="3447557"/>
            <a:ext cx="4093789" cy="29683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91B9B47-8BB2-61AF-B1BF-F629C10FF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5" y="3463360"/>
            <a:ext cx="4081479" cy="29683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A536D85-6381-CBF1-1D3E-E6F48CE82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894" y="286023"/>
            <a:ext cx="4168733" cy="303569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D9E8AD8-AAD5-31D1-23B8-79A2F89AA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55" y="305779"/>
            <a:ext cx="4122402" cy="2996179"/>
          </a:xfrm>
          <a:prstGeom prst="rect">
            <a:avLst/>
          </a:prstGeom>
        </p:spPr>
      </p:pic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C5BB383C-FECF-51A3-7594-090A624F3E7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215" y="2177883"/>
            <a:ext cx="3060922" cy="318660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Mit einer Änderung</a:t>
            </a:r>
            <a:r>
              <a:rPr lang="de-DE" dirty="0"/>
              <a:t> der Parameter der Analyse läuft ohne Kollaps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Immer noch numerische Probleme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Kleinerer Schritt und strenger Toleranz nicht immer besser…</a:t>
            </a:r>
            <a:endParaRPr lang="de-DE" noProof="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5645207-C0B5-A7EC-2D37-89444AC1985D}"/>
              </a:ext>
            </a:extLst>
          </p:cNvPr>
          <p:cNvSpPr txBox="1"/>
          <p:nvPr/>
        </p:nvSpPr>
        <p:spPr>
          <a:xfrm>
            <a:off x="2862473" y="160181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82F2585-41C8-7B38-1B00-AE4300879B32}"/>
              </a:ext>
            </a:extLst>
          </p:cNvPr>
          <p:cNvSpPr txBox="1"/>
          <p:nvPr/>
        </p:nvSpPr>
        <p:spPr>
          <a:xfrm>
            <a:off x="7254961" y="130589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D0EEAE5-9D08-1F92-87EC-62ACAB82E9BC}"/>
              </a:ext>
            </a:extLst>
          </p:cNvPr>
          <p:cNvSpPr txBox="1"/>
          <p:nvPr/>
        </p:nvSpPr>
        <p:spPr>
          <a:xfrm>
            <a:off x="7275424" y="3274127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4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B06156C-B531-C432-C02A-7CC45A3813EA}"/>
              </a:ext>
            </a:extLst>
          </p:cNvPr>
          <p:cNvSpPr txBox="1"/>
          <p:nvPr/>
        </p:nvSpPr>
        <p:spPr>
          <a:xfrm>
            <a:off x="2855502" y="3301958"/>
            <a:ext cx="2808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3s_DC2_71 – Rekord 4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A6C9487-FA1C-363A-0276-B95CFEB2BC70}"/>
              </a:ext>
            </a:extLst>
          </p:cNvPr>
          <p:cNvSpPr txBox="1"/>
          <p:nvPr/>
        </p:nvSpPr>
        <p:spPr>
          <a:xfrm>
            <a:off x="2862473" y="312581"/>
            <a:ext cx="7116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</a:t>
            </a:r>
            <a:r>
              <a:rPr lang="de-DE" sz="1050" b="1" dirty="0"/>
              <a:t>5.41</a:t>
            </a:r>
            <a:endParaRPr lang="de-DE" sz="1050" b="1" dirty="0">
              <a:latin typeface="+mn-lt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289E1C3-5904-C71B-9B0A-10B4970359F1}"/>
              </a:ext>
            </a:extLst>
          </p:cNvPr>
          <p:cNvSpPr txBox="1"/>
          <p:nvPr/>
        </p:nvSpPr>
        <p:spPr>
          <a:xfrm>
            <a:off x="7275424" y="312581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</a:t>
            </a:r>
            <a:r>
              <a:rPr lang="de-DE" sz="1050" b="1" dirty="0"/>
              <a:t>5.41</a:t>
            </a:r>
            <a:endParaRPr lang="de-DE" sz="1050" b="1" dirty="0">
              <a:latin typeface="+mn-lt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17D2F52-8803-ECE3-B032-26024808EF44}"/>
              </a:ext>
            </a:extLst>
          </p:cNvPr>
          <p:cNvSpPr txBox="1"/>
          <p:nvPr/>
        </p:nvSpPr>
        <p:spPr>
          <a:xfrm>
            <a:off x="2855502" y="3499067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</a:t>
            </a:r>
            <a:r>
              <a:rPr lang="de-DE" sz="1050" b="1" dirty="0"/>
              <a:t>5.41</a:t>
            </a:r>
            <a:endParaRPr lang="de-DE" sz="1050" b="1" dirty="0">
              <a:latin typeface="+mn-lt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7F38B675-B223-9EB9-998F-E857563C008F}"/>
              </a:ext>
            </a:extLst>
          </p:cNvPr>
          <p:cNvSpPr txBox="1"/>
          <p:nvPr/>
        </p:nvSpPr>
        <p:spPr>
          <a:xfrm>
            <a:off x="7275424" y="3499067"/>
            <a:ext cx="711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sf = </a:t>
            </a:r>
            <a:r>
              <a:rPr lang="de-DE" sz="1050" b="1" dirty="0"/>
              <a:t>5.41</a:t>
            </a:r>
            <a:endParaRPr lang="de-DE" sz="1050" b="1" dirty="0">
              <a:latin typeface="+mn-lt"/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9F4F7519-9BC1-7CEA-3493-46AD0203A3EE}"/>
              </a:ext>
            </a:extLst>
          </p:cNvPr>
          <p:cNvSpPr/>
          <p:nvPr/>
        </p:nvSpPr>
        <p:spPr>
          <a:xfrm rot="21179227">
            <a:off x="6666075" y="876615"/>
            <a:ext cx="360040" cy="216024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901C0A3-68ED-64B8-EF0E-72C60C306E31}"/>
              </a:ext>
            </a:extLst>
          </p:cNvPr>
          <p:cNvSpPr txBox="1"/>
          <p:nvPr/>
        </p:nvSpPr>
        <p:spPr>
          <a:xfrm>
            <a:off x="990265" y="2720594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1DB012-FCD2-66DE-C547-A944670D5893}"/>
              </a:ext>
            </a:extLst>
          </p:cNvPr>
          <p:cNvSpPr txBox="1"/>
          <p:nvPr/>
        </p:nvSpPr>
        <p:spPr>
          <a:xfrm>
            <a:off x="990265" y="5868541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B2C81ED-FD5F-F860-B5BA-67A468469911}"/>
              </a:ext>
            </a:extLst>
          </p:cNvPr>
          <p:cNvSpPr txBox="1"/>
          <p:nvPr/>
        </p:nvSpPr>
        <p:spPr>
          <a:xfrm>
            <a:off x="5382753" y="5868541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03D13C2-01DB-3CE3-9393-E53FC0FFC850}"/>
              </a:ext>
            </a:extLst>
          </p:cNvPr>
          <p:cNvSpPr txBox="1"/>
          <p:nvPr/>
        </p:nvSpPr>
        <p:spPr>
          <a:xfrm>
            <a:off x="5351821" y="2715817"/>
            <a:ext cx="12241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+mn-lt"/>
              </a:rPr>
              <a:t>Kein Kollaps</a:t>
            </a:r>
          </a:p>
        </p:txBody>
      </p:sp>
    </p:spTree>
    <p:extLst>
      <p:ext uri="{BB962C8B-B14F-4D97-AF65-F5344CB8AC3E}">
        <p14:creationId xmlns:p14="http://schemas.microsoft.com/office/powerpoint/2010/main" val="127845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D8F6955-2F4B-5229-E6AF-4DFD94A2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Zusammenfassung: Inspektion NLTHA Ergebnisse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3785BF1-267B-AA75-7BAE-CA6CC316E716}"/>
              </a:ext>
            </a:extLst>
          </p:cNvPr>
          <p:cNvSpPr txBox="1"/>
          <p:nvPr/>
        </p:nvSpPr>
        <p:spPr>
          <a:xfrm>
            <a:off x="431800" y="1069709"/>
            <a:ext cx="5853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Modell bildet das Verhalten der Bauteile gut 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Stockwerkverschiebung bei Versagen der Verbände ist ähnlich wie Karamanci et al. (2014)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CD5FB45-1D5A-4AC3-FCE0-8520222C4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502" y="920225"/>
            <a:ext cx="2503936" cy="2009146"/>
          </a:xfrm>
          <a:prstGeom prst="rect">
            <a:avLst/>
          </a:prstGeom>
        </p:spPr>
      </p:pic>
      <p:pic>
        <p:nvPicPr>
          <p:cNvPr id="9" name="Grafik 8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F09798F3-2DF8-78BC-1308-07FD266D6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925" y="1006923"/>
            <a:ext cx="2503936" cy="1765274"/>
          </a:xfrm>
          <a:prstGeom prst="rect">
            <a:avLst/>
          </a:prstGeom>
          <a:noFill/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D13CF47-37BA-B361-652F-101967781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893" y="3238482"/>
            <a:ext cx="2924583" cy="264832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64703C9-12DB-1AA8-3F05-437D088272BA}"/>
              </a:ext>
            </a:extLst>
          </p:cNvPr>
          <p:cNvSpPr txBox="1"/>
          <p:nvPr/>
        </p:nvSpPr>
        <p:spPr>
          <a:xfrm>
            <a:off x="314820" y="2556173"/>
            <a:ext cx="6086474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Die Versagens-kapazität könnte ein bisschen hoch sein (7,5x).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Muss noch mit Literatur geprüft werden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i="1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Mögliche Ursache: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Dämpfungsmodel, weil ein Teil ist auf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</a:t>
            </a:r>
            <a:r>
              <a:rPr lang="de-DE" baseline="-250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init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basiert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Karamanci et al. (2014) haben eine Art von Tangent-Dämpfung verwendet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Kann einen großen Einfluss haben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2B27C4A-E274-0492-5F03-55A76943B694}"/>
              </a:ext>
            </a:extLst>
          </p:cNvPr>
          <p:cNvSpPr txBox="1"/>
          <p:nvPr/>
        </p:nvSpPr>
        <p:spPr>
          <a:xfrm>
            <a:off x="453135" y="5265477"/>
            <a:ext cx="7647975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Mit einer Änderung der Analyse Parameter kann Non-Konvergent-Analyse doch konvergieren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Alle Non-Konvergent-Analyse sollte neu berechnet werden</a:t>
            </a:r>
          </a:p>
        </p:txBody>
      </p:sp>
    </p:spTree>
    <p:extLst>
      <p:ext uri="{BB962C8B-B14F-4D97-AF65-F5344CB8AC3E}">
        <p14:creationId xmlns:p14="http://schemas.microsoft.com/office/powerpoint/2010/main" val="124999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2AEF-2E80-8BB5-AFC6-8D46B173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15F4E7E-C027-957D-88DB-C243982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Zufallsvariable für das Modell</a:t>
            </a:r>
          </a:p>
        </p:txBody>
      </p:sp>
    </p:spTree>
    <p:extLst>
      <p:ext uri="{BB962C8B-B14F-4D97-AF65-F5344CB8AC3E}">
        <p14:creationId xmlns:p14="http://schemas.microsoft.com/office/powerpoint/2010/main" val="454676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C49F7EC-B8FA-A3D3-1292-F809509E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Zufallsvariable für das Modell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81AE255-3D68-1566-70B2-3ED35505B141}"/>
              </a:ext>
            </a:extLst>
          </p:cNvPr>
          <p:cNvGrpSpPr/>
          <p:nvPr/>
        </p:nvGrpSpPr>
        <p:grpSpPr>
          <a:xfrm>
            <a:off x="667639" y="1756445"/>
            <a:ext cx="7585520" cy="3320008"/>
            <a:chOff x="491899" y="1188021"/>
            <a:chExt cx="7585520" cy="332000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05FA959F-5640-94BA-74D4-3D3D2A13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1899" y="1188021"/>
              <a:ext cx="5395013" cy="3320008"/>
            </a:xfrm>
            <a:prstGeom prst="rect">
              <a:avLst/>
            </a:prstGeom>
          </p:spPr>
        </p:pic>
        <p:sp>
          <p:nvSpPr>
            <p:cNvPr id="6" name="Geschweifte Klammer rechts 5">
              <a:extLst>
                <a:ext uri="{FF2B5EF4-FFF2-40B4-BE49-F238E27FC236}">
                  <a16:creationId xmlns:a16="http://schemas.microsoft.com/office/drawing/2014/main" id="{A04C31CC-EEF5-C312-57F2-586EE6DE86EE}"/>
                </a:ext>
              </a:extLst>
            </p:cNvPr>
            <p:cNvSpPr/>
            <p:nvPr/>
          </p:nvSpPr>
          <p:spPr>
            <a:xfrm>
              <a:off x="5905962" y="3842792"/>
              <a:ext cx="149603" cy="43204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Geschweifte Klammer rechts 6">
              <a:extLst>
                <a:ext uri="{FF2B5EF4-FFF2-40B4-BE49-F238E27FC236}">
                  <a16:creationId xmlns:a16="http://schemas.microsoft.com/office/drawing/2014/main" id="{8B481F79-468B-7EAC-9C78-E51A478EC0BE}"/>
                </a:ext>
              </a:extLst>
            </p:cNvPr>
            <p:cNvSpPr/>
            <p:nvPr/>
          </p:nvSpPr>
          <p:spPr>
            <a:xfrm>
              <a:off x="5920376" y="1407865"/>
              <a:ext cx="149603" cy="43204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74C8792-F656-0F66-4532-08B3D827FB8D}"/>
                </a:ext>
              </a:extLst>
            </p:cNvPr>
            <p:cNvSpPr txBox="1"/>
            <p:nvPr/>
          </p:nvSpPr>
          <p:spPr>
            <a:xfrm>
              <a:off x="6055565" y="1439223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  <a:latin typeface="Futura LT Pro Light" panose="020B0402020204020303" pitchFamily="34" charset="0"/>
                  <a:cs typeface="+mn-cs"/>
                </a:rPr>
                <a:t>Korrelation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5E437E0-C93F-6E0F-6D89-F2AC8AF234D2}"/>
                </a:ext>
              </a:extLst>
            </p:cNvPr>
            <p:cNvSpPr txBox="1"/>
            <p:nvPr/>
          </p:nvSpPr>
          <p:spPr>
            <a:xfrm>
              <a:off x="6061195" y="3874150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  <a:latin typeface="Futura LT Pro Light" panose="020B0402020204020303" pitchFamily="34" charset="0"/>
                  <a:cs typeface="+mn-cs"/>
                </a:rPr>
                <a:t>Korrelation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C7D07A7-5B0A-A59F-C8AF-9D761BA13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104" y="1643336"/>
            <a:ext cx="3212538" cy="20342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EA21FFE-3210-3686-3D20-71C4EB4B322C}"/>
                  </a:ext>
                </a:extLst>
              </p:cNvPr>
              <p:cNvSpPr txBox="1"/>
              <p:nvPr/>
            </p:nvSpPr>
            <p:spPr>
              <a:xfrm>
                <a:off x="8304104" y="3852317"/>
                <a:ext cx="325339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𝑁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𝑣𝑎𝑟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2∙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𝑠𝑡𝑜𝑟𝑒𝑦𝑠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𝐶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EA21FFE-3210-3686-3D20-71C4EB4B3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104" y="3852317"/>
                <a:ext cx="3253391" cy="298928"/>
              </a:xfrm>
              <a:prstGeom prst="rect">
                <a:avLst/>
              </a:prstGeom>
              <a:blipFill>
                <a:blip r:embed="rId4"/>
                <a:stretch>
                  <a:fillRect l="-936" r="-936" b="-224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32E94CA-409E-D049-73F1-9940B4F37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594999"/>
              </p:ext>
            </p:extLst>
          </p:nvPr>
        </p:nvGraphicFramePr>
        <p:xfrm>
          <a:off x="8302814" y="4274840"/>
          <a:ext cx="3253391" cy="76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3677">
                  <a:extLst>
                    <a:ext uri="{9D8B030D-6E8A-4147-A177-3AD203B41FA5}">
                      <a16:colId xmlns:a16="http://schemas.microsoft.com/office/drawing/2014/main" val="265522320"/>
                    </a:ext>
                  </a:extLst>
                </a:gridCol>
                <a:gridCol w="401572">
                  <a:extLst>
                    <a:ext uri="{9D8B030D-6E8A-4147-A177-3AD203B41FA5}">
                      <a16:colId xmlns:a16="http://schemas.microsoft.com/office/drawing/2014/main" val="1385705963"/>
                    </a:ext>
                  </a:extLst>
                </a:gridCol>
                <a:gridCol w="644260">
                  <a:extLst>
                    <a:ext uri="{9D8B030D-6E8A-4147-A177-3AD203B41FA5}">
                      <a16:colId xmlns:a16="http://schemas.microsoft.com/office/drawing/2014/main" val="4269333671"/>
                    </a:ext>
                  </a:extLst>
                </a:gridCol>
                <a:gridCol w="673882">
                  <a:extLst>
                    <a:ext uri="{9D8B030D-6E8A-4147-A177-3AD203B41FA5}">
                      <a16:colId xmlns:a16="http://schemas.microsoft.com/office/drawing/2014/main" val="299973344"/>
                    </a:ext>
                  </a:extLst>
                </a:gridCol>
              </a:tblGrid>
              <a:tr h="108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Anzahl Stockwerke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49067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3645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Alle Variablen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28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46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64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6063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(ohne Gewichte)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22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36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50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106020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202DC549-C20B-3EEA-4AC0-0E81D95B2207}"/>
              </a:ext>
            </a:extLst>
          </p:cNvPr>
          <p:cNvSpPr txBox="1"/>
          <p:nvPr/>
        </p:nvSpPr>
        <p:spPr>
          <a:xfrm>
            <a:off x="8660527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B6B4849-9B1E-FBA8-2CE4-A7F6AA87CC13}"/>
              </a:ext>
            </a:extLst>
          </p:cNvPr>
          <p:cNvSpPr txBox="1"/>
          <p:nvPr/>
        </p:nvSpPr>
        <p:spPr>
          <a:xfrm>
            <a:off x="9728544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BB49D80-9AF1-5985-736B-42AF4C93206D}"/>
              </a:ext>
            </a:extLst>
          </p:cNvPr>
          <p:cNvSpPr txBox="1"/>
          <p:nvPr/>
        </p:nvSpPr>
        <p:spPr>
          <a:xfrm>
            <a:off x="10754684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89364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DE69-1D82-2A64-2F08-F4E0E573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F1C8B3-3942-5C1D-9C91-3044711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 err="1"/>
              <a:t>Probenahmeverfahren</a:t>
            </a:r>
            <a:r>
              <a:rPr lang="de-DE" dirty="0"/>
              <a:t> und Sensitivitätsanalyse</a:t>
            </a:r>
          </a:p>
        </p:txBody>
      </p:sp>
    </p:spTree>
    <p:extLst>
      <p:ext uri="{BB962C8B-B14F-4D97-AF65-F5344CB8AC3E}">
        <p14:creationId xmlns:p14="http://schemas.microsoft.com/office/powerpoint/2010/main" val="2100042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89D15E-4694-F3C8-9B49-A73D82BD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Latin</a:t>
            </a:r>
            <a:r>
              <a:rPr lang="de-DE" dirty="0"/>
              <a:t> Hypercube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Effizient Abdeckung der Proberaum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Progressive LHS macht es einfacher und effizienter Konvergenzversuche durchzuführen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Quasi-Monte-Carlo Verfahren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Sobol Sequenzen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Deterministische Sequenzen - gut für Reproduzierbarkeit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Sehr effizient „</a:t>
            </a:r>
            <a:r>
              <a:rPr lang="de-DE" dirty="0" err="1"/>
              <a:t>space-filling</a:t>
            </a:r>
            <a:r>
              <a:rPr lang="de-DE" dirty="0"/>
              <a:t>“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Für Dimension &gt; 20 sind die Projektionseigenschaften nicht so gut und die Daten werden korreliert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CA6D6F6-C66A-8CF8-7A16-100E42B2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Probenahmeverfahren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ED001D1-3F7A-1964-494C-61720725551A}"/>
              </a:ext>
            </a:extLst>
          </p:cNvPr>
          <p:cNvSpPr txBox="1"/>
          <p:nvPr/>
        </p:nvSpPr>
        <p:spPr>
          <a:xfrm>
            <a:off x="359992" y="5777369"/>
            <a:ext cx="11413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Andere Möglichkeiten sind: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Importance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sampling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,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Antithetic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Variates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, Control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Variates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,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Descriptive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Sampling aber sie haben keine großen Vorteile über LHS and Sobol Sequenzen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BA5F3B2-7ECD-07F4-5A6E-8E867D74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26" y="2844205"/>
            <a:ext cx="4563637" cy="2574709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2780036-EF41-6B24-367E-252FB1BF552E}"/>
              </a:ext>
            </a:extLst>
          </p:cNvPr>
          <p:cNvSpPr txBox="1">
            <a:spLocks/>
          </p:cNvSpPr>
          <p:nvPr/>
        </p:nvSpPr>
        <p:spPr bwMode="auto">
          <a:xfrm>
            <a:off x="6114986" y="1056632"/>
            <a:ext cx="5400000" cy="19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None/>
              <a:defRPr sz="20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895350" indent="-43815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6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8288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2860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Beide Verfahren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Können mittels </a:t>
            </a:r>
            <a:r>
              <a:rPr lang="de-DE" dirty="0" err="1"/>
              <a:t>Cupolas</a:t>
            </a:r>
            <a:r>
              <a:rPr lang="de-DE" dirty="0"/>
              <a:t> Korrelationen berücksichtigen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Die Realisierung sind abhängig voneinander</a:t>
            </a:r>
          </a:p>
        </p:txBody>
      </p:sp>
    </p:spTree>
    <p:extLst>
      <p:ext uri="{BB962C8B-B14F-4D97-AF65-F5344CB8AC3E}">
        <p14:creationId xmlns:p14="http://schemas.microsoft.com/office/powerpoint/2010/main" val="57228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DB09D4-C08A-73AA-EE18-7D579317D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1044005"/>
            <a:ext cx="6084934" cy="5075809"/>
          </a:xfrm>
        </p:spPr>
        <p:txBody>
          <a:bodyPr>
            <a:normAutofit fontScale="92500" lnSpcReduction="10000"/>
          </a:bodyPr>
          <a:lstStyle/>
          <a:p>
            <a:r>
              <a:rPr lang="de-DE" b="1" dirty="0"/>
              <a:t>Versuch: </a:t>
            </a:r>
            <a:r>
              <a:rPr lang="de-DE" dirty="0"/>
              <a:t>Einfluss von material und Model Unsicherheiten auf der Form der IDA-Kurve</a:t>
            </a:r>
          </a:p>
          <a:p>
            <a:endParaRPr lang="de-DE" dirty="0"/>
          </a:p>
          <a:p>
            <a:r>
              <a:rPr lang="de-DE" b="1" dirty="0"/>
              <a:t>Gebäude:</a:t>
            </a:r>
            <a:r>
              <a:rPr lang="de-DE" dirty="0"/>
              <a:t> 3s DC2 41</a:t>
            </a:r>
          </a:p>
          <a:p>
            <a:endParaRPr lang="de-DE" dirty="0"/>
          </a:p>
          <a:p>
            <a:r>
              <a:rPr lang="de-DE" b="1" dirty="0"/>
              <a:t>Zeitverlauf:</a:t>
            </a:r>
            <a:r>
              <a:rPr lang="de-DE" dirty="0"/>
              <a:t> Rekord 1</a:t>
            </a:r>
          </a:p>
          <a:p>
            <a:endParaRPr lang="de-DE" dirty="0"/>
          </a:p>
          <a:p>
            <a:r>
              <a:rPr lang="de-DE" b="1" dirty="0"/>
              <a:t>Verfahren: </a:t>
            </a:r>
          </a:p>
          <a:p>
            <a:r>
              <a:rPr lang="de-DE" dirty="0"/>
              <a:t>Monte Carlo Analyse mit Progressive LHS. Mindestens 100 Proben und die Anzahl steigern bis die Mittlere IDA an 4-5 ausgewählte IDR und die IM bei Kollaps konvergiert (</a:t>
            </a:r>
            <a:r>
              <a:rPr lang="de-DE" dirty="0" err="1"/>
              <a:t>z.B</a:t>
            </a:r>
            <a:r>
              <a:rPr lang="de-DE" dirty="0"/>
              <a:t> 1%, 2%, 3%, 4%). Die Streuung an diesem punkten sollte auch konvergieren</a:t>
            </a:r>
          </a:p>
          <a:p>
            <a:r>
              <a:rPr lang="de-DE" dirty="0"/>
              <a:t>Regressionsanalyse mit Linear oder Polynomregression</a:t>
            </a:r>
          </a:p>
          <a:p>
            <a:r>
              <a:rPr lang="de-DE" dirty="0"/>
              <a:t>Streuung auch prüfen</a:t>
            </a:r>
          </a:p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BF73E44-76D5-1F03-BE7E-D569707B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Vorschlag nächste Versuch</a:t>
            </a:r>
          </a:p>
        </p:txBody>
      </p:sp>
    </p:spTree>
    <p:extLst>
      <p:ext uri="{BB962C8B-B14F-4D97-AF65-F5344CB8AC3E}">
        <p14:creationId xmlns:p14="http://schemas.microsoft.com/office/powerpoint/2010/main" val="407769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65C-1D5C-F2CC-11E1-FA555563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8F5396-93A7-160C-3149-3D485BB7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DACH-Tagung Paper</a:t>
            </a:r>
          </a:p>
        </p:txBody>
      </p:sp>
    </p:spTree>
    <p:extLst>
      <p:ext uri="{BB962C8B-B14F-4D97-AF65-F5344CB8AC3E}">
        <p14:creationId xmlns:p14="http://schemas.microsoft.com/office/powerpoint/2010/main" val="847381423"/>
      </p:ext>
    </p:extLst>
  </p:cSld>
  <p:clrMapOvr>
    <a:masterClrMapping/>
  </p:clrMapOvr>
</p:sld>
</file>

<file path=ppt/theme/theme1.xml><?xml version="1.0" encoding="utf-8"?>
<a:theme xmlns:a="http://schemas.openxmlformats.org/drawingml/2006/main" name="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2.xml><?xml version="1.0" encoding="utf-8"?>
<a:theme xmlns:a="http://schemas.openxmlformats.org/drawingml/2006/main" name="1_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614</Words>
  <Application>Microsoft Office PowerPoint</Application>
  <PresentationFormat>Benutzerdefiniert</PresentationFormat>
  <Paragraphs>139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16</vt:i4>
      </vt:variant>
    </vt:vector>
  </HeadingPairs>
  <TitlesOfParts>
    <vt:vector size="26" baseType="lpstr">
      <vt:lpstr>Aptos Narrow</vt:lpstr>
      <vt:lpstr>Arial</vt:lpstr>
      <vt:lpstr>Calibri</vt:lpstr>
      <vt:lpstr>Cambria Math</vt:lpstr>
      <vt:lpstr>Century Gothic</vt:lpstr>
      <vt:lpstr>Futura Lt BT</vt:lpstr>
      <vt:lpstr>Futura LT Pro Book</vt:lpstr>
      <vt:lpstr>Futura LT Pro Light</vt:lpstr>
      <vt:lpstr>Wölfel-Master16x9_de_rev01</vt:lpstr>
      <vt:lpstr>1_Wölfel-Master16x9_de_rev01</vt:lpstr>
      <vt:lpstr>Promotion Update - 09.07.2025 NLTHA und Zufallsvariablen / Monte Carlo</vt:lpstr>
      <vt:lpstr>Inspektion NLTHA Ergebnisse</vt:lpstr>
      <vt:lpstr>Inspektion NLTHA Ergebnisse</vt:lpstr>
      <vt:lpstr>PowerPoint-Präsentation</vt:lpstr>
      <vt:lpstr>Inspektion NLTHA Ergebnisse</vt:lpstr>
      <vt:lpstr>Inspektion NLTHA Ergebnisse</vt:lpstr>
      <vt:lpstr>PowerPoint-Präsentation</vt:lpstr>
      <vt:lpstr>Inspektion NLTHA Ergebnisse</vt:lpstr>
      <vt:lpstr>PowerPoint-Präsentation</vt:lpstr>
      <vt:lpstr>Zusammenfassung: Inspektion NLTHA Ergebnisse</vt:lpstr>
      <vt:lpstr>Zufallsvariable für das Modell</vt:lpstr>
      <vt:lpstr>Zufallsvariable für das Modell</vt:lpstr>
      <vt:lpstr>Probenahmeverfahren und Sensitivitätsanalyse</vt:lpstr>
      <vt:lpstr>Probenahmeverfahren</vt:lpstr>
      <vt:lpstr>Vorschlag nächste Versuch</vt:lpstr>
      <vt:lpstr>DACH-Tagung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Jiangnan Chen</dc:creator>
  <cp:lastModifiedBy>Nicholas Aaron Clemett</cp:lastModifiedBy>
  <cp:revision>8</cp:revision>
  <cp:lastPrinted>2017-04-05T11:06:27Z</cp:lastPrinted>
  <dcterms:created xsi:type="dcterms:W3CDTF">2024-12-05T10:31:18Z</dcterms:created>
  <dcterms:modified xsi:type="dcterms:W3CDTF">2025-07-10T05:02:07Z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2024-07-30T15:30:36Z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2a9a2add-c76e-44bf-a6d3-b7db089b7e11</vt:lpwstr>
  </property>
  <property fmtid="{D5CDD505-2E9C-101B-9397-08002B2CF9AE}" pid="8" name="MSIP_Label_8fd2079b-6d85-4185-8122-5cca51dad164_ContentBits">
    <vt:lpwstr>0</vt:lpwstr>
  </property>
</Properties>
</file>